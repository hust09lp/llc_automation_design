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6"/>
  </p:notesMasterIdLst>
  <p:handoutMasterIdLst>
    <p:handoutMasterId r:id="rId16"/>
  </p:handoutMasterIdLst>
  <p:sldIdLst>
    <p:sldId id="257" r:id="rId4"/>
    <p:sldId id="450" r:id="rId5"/>
    <p:sldId id="477" r:id="rId7"/>
    <p:sldId id="478" r:id="rId8"/>
    <p:sldId id="479" r:id="rId9"/>
    <p:sldId id="480" r:id="rId10"/>
    <p:sldId id="472" r:id="rId11"/>
    <p:sldId id="475" r:id="rId12"/>
    <p:sldId id="474" r:id="rId13"/>
    <p:sldId id="476" r:id="rId14"/>
    <p:sldId id="258" r:id="rId15"/>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d4c404b-3f03-4258-8999-25a7ab4496df}">
          <p14:sldIdLst>
            <p14:sldId id="257"/>
          </p14:sldIdLst>
        </p14:section>
        <p14:section name="overview" id="{224c0e1a-114a-42f4-916b-d472272a1ca4}">
          <p14:sldIdLst>
            <p14:sldId id="450"/>
          </p14:sldIdLst>
        </p14:section>
        <p14:section name="working modes" id="{7990bb77-4209-43c0-908e-fc3eb9b23ec8}">
          <p14:sldIdLst>
            <p14:sldId id="477"/>
            <p14:sldId id="478"/>
            <p14:sldId id="479"/>
            <p14:sldId id="480"/>
          </p14:sldIdLst>
        </p14:section>
        <p14:section name="datasheet" id="{8ca26c12-ddba-4582-99f6-f965f8224a14}">
          <p14:sldIdLst>
            <p14:sldId id="472"/>
            <p14:sldId id="475"/>
            <p14:sldId id="474"/>
            <p14:sldId id="476"/>
            <p14:sldId id="258"/>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I.Y.HAN 韓毅" initials="Y韓" lastIdx="4" clrIdx="0"/>
  <p:cmAuthor id="2" name="sf-st07" initials="s" lastIdx="6" clrIdx="1"/>
  <p:cmAuthor id="3" name="admin" initials="a" lastIdx="1" clrIdx="3"/>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gs" Target="tags/tag64.xml"/><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43" name=""/>
        <p:cNvGrpSpPr/>
        <p:nvPr/>
      </p:nvGrpSpPr>
      <p:grpSpPr/>
      <p:sp>
        <p:nvSpPr>
          <p:cNvPr id="1049020" name="幻灯片图像占位符 1"/>
          <p:cNvSpPr/>
          <p:nvPr>
            <p:ph type="sldImg" idx="2"/>
          </p:nvPr>
        </p:nvSpPr>
        <p:spPr/>
      </p:sp>
      <p:sp>
        <p:nvSpPr>
          <p:cNvPr id="1049021"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43" name=""/>
        <p:cNvGrpSpPr/>
        <p:nvPr/>
      </p:nvGrpSpPr>
      <p:grpSpPr/>
      <p:sp>
        <p:nvSpPr>
          <p:cNvPr id="1049020" name="幻灯片图像占位符 1"/>
          <p:cNvSpPr/>
          <p:nvPr>
            <p:ph type="sldImg" idx="2"/>
          </p:nvPr>
        </p:nvSpPr>
        <p:spPr/>
      </p:sp>
      <p:sp>
        <p:nvSpPr>
          <p:cNvPr id="1049021"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43" name=""/>
        <p:cNvGrpSpPr/>
        <p:nvPr/>
      </p:nvGrpSpPr>
      <p:grpSpPr/>
      <p:sp>
        <p:nvSpPr>
          <p:cNvPr id="1049020" name="幻灯片图像占位符 1"/>
          <p:cNvSpPr/>
          <p:nvPr>
            <p:ph type="sldImg" idx="2"/>
          </p:nvPr>
        </p:nvSpPr>
        <p:spPr/>
      </p:sp>
      <p:sp>
        <p:nvSpPr>
          <p:cNvPr id="1049021"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43" name=""/>
        <p:cNvGrpSpPr/>
        <p:nvPr/>
      </p:nvGrpSpPr>
      <p:grpSpPr/>
      <p:sp>
        <p:nvSpPr>
          <p:cNvPr id="1049020" name="幻灯片图像占位符 1"/>
          <p:cNvSpPr/>
          <p:nvPr>
            <p:ph type="sldImg" idx="2"/>
          </p:nvPr>
        </p:nvSpPr>
        <p:spPr/>
      </p:sp>
      <p:sp>
        <p:nvSpPr>
          <p:cNvPr id="1049021"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43" name=""/>
        <p:cNvGrpSpPr/>
        <p:nvPr/>
      </p:nvGrpSpPr>
      <p:grpSpPr/>
      <p:sp>
        <p:nvSpPr>
          <p:cNvPr id="1049020" name="幻灯片图像占位符 1"/>
          <p:cNvSpPr/>
          <p:nvPr>
            <p:ph type="sldImg" idx="2"/>
          </p:nvPr>
        </p:nvSpPr>
        <p:spPr/>
      </p:sp>
      <p:sp>
        <p:nvSpPr>
          <p:cNvPr id="1049021"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43" name=""/>
        <p:cNvGrpSpPr/>
        <p:nvPr/>
      </p:nvGrpSpPr>
      <p:grpSpPr/>
      <p:sp>
        <p:nvSpPr>
          <p:cNvPr id="1049020" name="幻灯片图像占位符 1"/>
          <p:cNvSpPr/>
          <p:nvPr>
            <p:ph type="sldImg" idx="2"/>
          </p:nvPr>
        </p:nvSpPr>
        <p:spPr/>
      </p:sp>
      <p:sp>
        <p:nvSpPr>
          <p:cNvPr id="1049021"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43" name=""/>
        <p:cNvGrpSpPr/>
        <p:nvPr/>
      </p:nvGrpSpPr>
      <p:grpSpPr/>
      <p:sp>
        <p:nvSpPr>
          <p:cNvPr id="1049020" name="幻灯片图像占位符 1"/>
          <p:cNvSpPr/>
          <p:nvPr>
            <p:ph type="sldImg" idx="2"/>
          </p:nvPr>
        </p:nvSpPr>
        <p:spPr/>
      </p:sp>
      <p:sp>
        <p:nvSpPr>
          <p:cNvPr id="1049021"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43" name=""/>
        <p:cNvGrpSpPr/>
        <p:nvPr/>
      </p:nvGrpSpPr>
      <p:grpSpPr/>
      <p:sp>
        <p:nvSpPr>
          <p:cNvPr id="1049020" name="幻灯片图像占位符 1"/>
          <p:cNvSpPr/>
          <p:nvPr>
            <p:ph type="sldImg" idx="2"/>
          </p:nvPr>
        </p:nvSpPr>
        <p:spPr/>
      </p:sp>
      <p:sp>
        <p:nvSpPr>
          <p:cNvPr id="1049021"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43" name=""/>
        <p:cNvGrpSpPr/>
        <p:nvPr/>
      </p:nvGrpSpPr>
      <p:grpSpPr/>
      <p:sp>
        <p:nvSpPr>
          <p:cNvPr id="1049020" name="幻灯片图像占位符 1"/>
          <p:cNvSpPr/>
          <p:nvPr>
            <p:ph type="sldImg" idx="2"/>
          </p:nvPr>
        </p:nvSpPr>
        <p:spPr/>
      </p:sp>
      <p:sp>
        <p:nvSpPr>
          <p:cNvPr id="1049021"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image" Target="../media/image2.png"/><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jpe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image" Target="../media/image1.jpeg"/><Relationship Id="rId2" Type="http://schemas.openxmlformats.org/officeDocument/2006/relationships/tags" Target="../tags/tag5.xml"/><Relationship Id="rId10"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image" Target="../media/image4.png"/><Relationship Id="rId2" Type="http://schemas.openxmlformats.org/officeDocument/2006/relationships/tags" Target="../tags/tag21.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image" Target="../media/image5.jpeg"/><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8" Type="http://schemas.openxmlformats.org/officeDocument/2006/relationships/image" Target="../media/image10.png"/><Relationship Id="rId17" Type="http://schemas.openxmlformats.org/officeDocument/2006/relationships/tags" Target="../tags/tag48.xml"/><Relationship Id="rId16" Type="http://schemas.openxmlformats.org/officeDocument/2006/relationships/image" Target="../media/image9.png"/><Relationship Id="rId15" Type="http://schemas.openxmlformats.org/officeDocument/2006/relationships/tags" Target="../tags/tag47.xml"/><Relationship Id="rId14" Type="http://schemas.openxmlformats.org/officeDocument/2006/relationships/image" Target="../media/image8.png"/><Relationship Id="rId13" Type="http://schemas.openxmlformats.org/officeDocument/2006/relationships/tags" Target="../tags/tag46.xml"/><Relationship Id="rId12" Type="http://schemas.openxmlformats.org/officeDocument/2006/relationships/image" Target="../media/image7.png"/><Relationship Id="rId11" Type="http://schemas.openxmlformats.org/officeDocument/2006/relationships/tags" Target="../tags/tag45.xml"/><Relationship Id="rId10"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tags" Target="../tags/tag4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22" name=""/>
        <p:cNvGrpSpPr/>
        <p:nvPr/>
      </p:nvGrpSpPr>
      <p:grpSpPr>
        <a:xfrm>
          <a:off x="0" y="0"/>
          <a:ext cx="0" cy="0"/>
          <a:chOff x="0" y="0"/>
          <a:chExt cx="0" cy="0"/>
        </a:xfrm>
      </p:grpSpPr>
      <p:sp>
        <p:nvSpPr>
          <p:cNvPr id="1048576" name="日期占位符 2"/>
          <p:cNvSpPr>
            <a:spLocks noGrp="1"/>
          </p:cNvSpPr>
          <p:nvPr>
            <p:ph type="dt" sz="half" idx="10"/>
          </p:nvPr>
        </p:nvSpPr>
        <p:spPr>
          <a:xfrm>
            <a:off x="1270755" y="6356351"/>
            <a:ext cx="2844875" cy="365125"/>
          </a:xfrm>
        </p:spPr>
        <p:txBody>
          <a:bodyPr/>
          <a:p>
            <a:fld id="{DC9221C0-7E48-41AA-ACD1-47ED56919795}" type="datetime1">
              <a:rPr lang="zh-CN" altLang="en-US" smtClean="0"/>
            </a:fld>
            <a:endParaRPr lang="zh-CN" altLang="en-US"/>
          </a:p>
        </p:txBody>
      </p:sp>
      <p:sp>
        <p:nvSpPr>
          <p:cNvPr id="1048577" name="页脚占位符 3"/>
          <p:cNvSpPr>
            <a:spLocks noGrp="1"/>
          </p:cNvSpPr>
          <p:nvPr>
            <p:ph type="ftr" sz="quarter" idx="11"/>
          </p:nvPr>
        </p:nvSpPr>
        <p:spPr>
          <a:xfrm>
            <a:off x="4165709" y="6356351"/>
            <a:ext cx="3860900" cy="365125"/>
          </a:xfrm>
        </p:spPr>
        <p:txBody>
          <a:bodyPr/>
          <a:p>
            <a:endParaRPr lang="zh-CN" altLang="en-US"/>
          </a:p>
        </p:txBody>
      </p:sp>
      <p:sp>
        <p:nvSpPr>
          <p:cNvPr id="1048578" name="灯片编号占位符 4"/>
          <p:cNvSpPr>
            <a:spLocks noGrp="1"/>
          </p:cNvSpPr>
          <p:nvPr>
            <p:ph type="sldNum" sz="quarter" idx="12"/>
          </p:nvPr>
        </p:nvSpPr>
        <p:spPr>
          <a:xfrm>
            <a:off x="8596879" y="6135709"/>
            <a:ext cx="2844875" cy="365125"/>
          </a:xfrm>
        </p:spPr>
        <p:txBody>
          <a:bodyPr/>
          <a:p>
            <a:r>
              <a:rPr lang="en-US" altLang="zh-CN" dirty="0" smtClean="0"/>
              <a:t>0</a:t>
            </a:r>
            <a:endParaRPr lang="zh-CN" altLang="en-US" dirty="0"/>
          </a:p>
        </p:txBody>
      </p:sp>
      <p:pic>
        <p:nvPicPr>
          <p:cNvPr id="2097153" name="图片 6" descr="C:\Users\think\Desktop\1212(1).jpg1212(1)"/>
          <p:cNvPicPr>
            <a:picLocks noChangeAspect="1"/>
          </p:cNvPicPr>
          <p:nvPr userDrawn="1">
            <p:custDataLst>
              <p:tags r:id="rId2"/>
            </p:custDataLst>
          </p:nvPr>
        </p:nvPicPr>
        <p:blipFill>
          <a:blip r:embed="rId3"/>
          <a:srcRect/>
          <a:stretch>
            <a:fillRect/>
          </a:stretch>
        </p:blipFill>
        <p:spPr>
          <a:xfrm>
            <a:off x="0" y="-635"/>
            <a:ext cx="12191365" cy="6857365"/>
          </a:xfrm>
          <a:prstGeom prst="rect">
            <a:avLst/>
          </a:prstGeom>
        </p:spPr>
      </p:pic>
      <p:sp>
        <p:nvSpPr>
          <p:cNvPr id="1048579" name="副标题 7"/>
          <p:cNvSpPr>
            <a:spLocks noGrp="1"/>
          </p:cNvSpPr>
          <p:nvPr>
            <p:ph type="subTitle" idx="1" hasCustomPrompt="1"/>
            <p:custDataLst>
              <p:tags r:id="rId4"/>
            </p:custDataLst>
          </p:nvPr>
        </p:nvSpPr>
        <p:spPr>
          <a:xfrm>
            <a:off x="756118" y="2315155"/>
            <a:ext cx="8534623" cy="1752600"/>
          </a:xfrm>
        </p:spPr>
        <p:txBody>
          <a:bodyPr>
            <a:noAutofit/>
          </a:bodyPr>
          <a:lstStyle>
            <a:lvl1pPr marL="0" marR="0" indent="0" algn="l" defTabSz="914400" rtl="0" eaLnBrk="1" fontAlgn="auto" latinLnBrk="0" hangingPunct="1">
              <a:lnSpc>
                <a:spcPct val="100000"/>
              </a:lnSpc>
              <a:spcBef>
                <a:spcPct val="0"/>
              </a:spcBef>
              <a:spcAft>
                <a:spcPts val="0"/>
              </a:spcAft>
              <a:buNone/>
              <a:defRPr sz="4800" b="1" u="none" strike="noStrike" kern="1200" cap="none" spc="0" normalizeH="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R="0" lvl="0" defTabSz="914400" rtl="0" eaLnBrk="1" fontAlgn="auto" latinLnBrk="0" hangingPunct="1">
              <a:lnSpc>
                <a:spcPct val="100000"/>
              </a:lnSpc>
              <a:spcBef>
                <a:spcPct val="0"/>
              </a:spcBef>
              <a:spcAft>
                <a:spcPts val="0"/>
              </a:spcAft>
            </a:pPr>
            <a:r>
              <a:rPr lang="zh-CN" altLang="en-US" dirty="0" smtClean="0">
                <a:sym typeface="+mn-ea"/>
              </a:rPr>
              <a:t>单击此处添加一级标题</a:t>
            </a:r>
            <a:br>
              <a:rPr lang="en-US" altLang="zh-CN" dirty="0" smtClean="0">
                <a:sym typeface="+mn-ea"/>
              </a:rPr>
            </a:br>
            <a:r>
              <a:rPr lang="zh-CN" altLang="en-US" dirty="0" smtClean="0">
                <a:sym typeface="+mn-ea"/>
              </a:rPr>
              <a:t>微软雅黑</a:t>
            </a:r>
            <a:r>
              <a:rPr lang="en-US" altLang="zh-CN" dirty="0" smtClean="0">
                <a:sym typeface="+mn-ea"/>
              </a:rPr>
              <a:t>48</a:t>
            </a:r>
            <a:r>
              <a:rPr lang="zh-CN" altLang="en-US" dirty="0" smtClean="0">
                <a:sym typeface="+mn-ea"/>
              </a:rPr>
              <a:t>号</a:t>
            </a:r>
            <a:endParaRPr lang="en-US" altLang="zh-CN" dirty="0">
              <a:sym typeface="+mn-ea"/>
            </a:endParaRPr>
          </a:p>
        </p:txBody>
      </p:sp>
      <p:sp>
        <p:nvSpPr>
          <p:cNvPr id="1048582" name="文本占位符 6"/>
          <p:cNvSpPr>
            <a:spLocks noGrp="1"/>
          </p:cNvSpPr>
          <p:nvPr>
            <p:ph type="body" sz="quarter" idx="13" hasCustomPrompt="1"/>
            <p:custDataLst>
              <p:tags r:id="rId5"/>
            </p:custDataLst>
          </p:nvPr>
        </p:nvSpPr>
        <p:spPr>
          <a:xfrm>
            <a:off x="2358613" y="5583355"/>
            <a:ext cx="1585208" cy="422552"/>
          </a:xfrm>
          <a:prstGeom prst="rect">
            <a:avLst/>
          </a:prstGeom>
        </p:spPr>
        <p:txBody>
          <a:bodyPr>
            <a:noAutofit/>
          </a:bodyPr>
          <a:lstStyle>
            <a:lvl1pPr marL="0" indent="0" algn="l" defTabSz="914400" rtl="0" eaLnBrk="1" latinLnBrk="0" hangingPunct="1">
              <a:lnSpc>
                <a:spcPct val="150000"/>
              </a:lnSpc>
              <a:spcAft>
                <a:spcPts val="1000"/>
              </a:spcAft>
              <a:buNone/>
              <a:defRPr kumimoji="1" lang="zh-CN" altLang="en-US" sz="1600" kern="1200" spc="0" smtClean="0">
                <a:solidFill>
                  <a:schemeClr val="tx1">
                    <a:lumMod val="75000"/>
                    <a:lumOff val="25000"/>
                  </a:schemeClr>
                </a:solidFill>
                <a:effectLst/>
                <a:latin typeface="微软雅黑" panose="020B0503020204020204" charset="-122"/>
                <a:ea typeface="微软雅黑" panose="020B0503020204020204" charset="-122"/>
                <a:cs typeface="Arial" panose="020B0604020202020204" pitchFamily="34" charset="0"/>
              </a:defRPr>
            </a:lvl1pPr>
            <a:lvl2pPr marL="0" algn="l" defTabSz="914400" rtl="0" eaLnBrk="1" latinLnBrk="0" hangingPunct="1">
              <a:lnSpc>
                <a:spcPct val="150000"/>
              </a:lnSpc>
              <a:spcAft>
                <a:spcPts val="1000"/>
              </a:spcAft>
              <a:defRPr kumimoji="1" lang="zh-CN" altLang="en-US" sz="1600" kern="1200" smtClean="0">
                <a:solidFill>
                  <a:schemeClr val="bg1"/>
                </a:solidFill>
                <a:latin typeface="+mn-ea"/>
                <a:ea typeface="+mn-ea"/>
                <a:cs typeface="+mn-cs"/>
              </a:defRPr>
            </a:lvl2pPr>
            <a:lvl3pPr marL="0" algn="l" defTabSz="914400" rtl="0" eaLnBrk="1" latinLnBrk="0" hangingPunct="1">
              <a:lnSpc>
                <a:spcPct val="150000"/>
              </a:lnSpc>
              <a:spcAft>
                <a:spcPts val="1000"/>
              </a:spcAft>
              <a:defRPr kumimoji="1" lang="zh-CN" altLang="en-US" sz="1600" kern="1200" smtClean="0">
                <a:solidFill>
                  <a:schemeClr val="bg1"/>
                </a:solidFill>
                <a:latin typeface="+mn-ea"/>
                <a:ea typeface="+mn-ea"/>
                <a:cs typeface="+mn-cs"/>
              </a:defRPr>
            </a:lvl3pPr>
            <a:lvl4pPr marL="0" algn="l" defTabSz="914400" rtl="0" eaLnBrk="1" latinLnBrk="0" hangingPunct="1">
              <a:lnSpc>
                <a:spcPct val="150000"/>
              </a:lnSpc>
              <a:spcAft>
                <a:spcPts val="1000"/>
              </a:spcAft>
              <a:defRPr kumimoji="1" lang="zh-CN" altLang="en-US" sz="1600" kern="1200" smtClean="0">
                <a:solidFill>
                  <a:schemeClr val="bg1"/>
                </a:solidFill>
                <a:latin typeface="+mn-ea"/>
                <a:ea typeface="+mn-ea"/>
                <a:cs typeface="+mn-cs"/>
              </a:defRPr>
            </a:lvl4pPr>
            <a:lvl5pPr marL="0" algn="l" defTabSz="914400" rtl="0" eaLnBrk="1" latinLnBrk="0" hangingPunct="1">
              <a:lnSpc>
                <a:spcPct val="150000"/>
              </a:lnSpc>
              <a:spcAft>
                <a:spcPts val="1000"/>
              </a:spcAft>
              <a:defRPr kumimoji="1" lang="en-US" sz="1600" kern="1200">
                <a:solidFill>
                  <a:schemeClr val="bg1"/>
                </a:solidFill>
                <a:latin typeface="+mn-ea"/>
                <a:ea typeface="+mn-ea"/>
                <a:cs typeface="+mn-cs"/>
              </a:defRPr>
            </a:lvl5pPr>
          </a:lstStyle>
          <a:p>
            <a:pPr lvl="0"/>
            <a:r>
              <a:rPr lang="zh-CN" altLang="en-US" dirty="0" smtClean="0">
                <a:sym typeface="+mn-ea"/>
              </a:rPr>
              <a:t>单击输入姓名</a:t>
            </a:r>
            <a:endParaRPr lang="zh-CN" altLang="en-US" dirty="0">
              <a:sym typeface="+mn-ea"/>
            </a:endParaRPr>
          </a:p>
        </p:txBody>
      </p:sp>
      <p:sp>
        <p:nvSpPr>
          <p:cNvPr id="1048583" name="文本占位符 6"/>
          <p:cNvSpPr>
            <a:spLocks noGrp="1"/>
          </p:cNvSpPr>
          <p:nvPr>
            <p:ph type="body" sz="quarter" idx="14" hasCustomPrompt="1"/>
            <p:custDataLst>
              <p:tags r:id="rId6"/>
            </p:custDataLst>
          </p:nvPr>
        </p:nvSpPr>
        <p:spPr>
          <a:xfrm>
            <a:off x="2358727" y="5888061"/>
            <a:ext cx="1585208" cy="422552"/>
          </a:xfrm>
          <a:prstGeom prst="rect">
            <a:avLst/>
          </a:prstGeom>
        </p:spPr>
        <p:txBody>
          <a:bodyPr>
            <a:noAutofit/>
          </a:bodyPr>
          <a:lstStyle>
            <a:lvl1pPr marL="0" indent="0" algn="l" defTabSz="914400" rtl="0" eaLnBrk="1" latinLnBrk="0" hangingPunct="1">
              <a:lnSpc>
                <a:spcPct val="150000"/>
              </a:lnSpc>
              <a:spcAft>
                <a:spcPts val="1000"/>
              </a:spcAft>
              <a:buNone/>
              <a:defRPr kumimoji="1" lang="zh-CN" altLang="en-US" sz="1600" kern="1200" spc="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defRPr>
            </a:lvl1pPr>
            <a:lvl2pPr marL="0" algn="l" defTabSz="914400" rtl="0" eaLnBrk="1" latinLnBrk="0" hangingPunct="1">
              <a:lnSpc>
                <a:spcPct val="150000"/>
              </a:lnSpc>
              <a:spcAft>
                <a:spcPts val="1000"/>
              </a:spcAft>
              <a:defRPr kumimoji="1" lang="zh-CN" altLang="en-US" sz="1600" kern="1200" smtClean="0">
                <a:solidFill>
                  <a:schemeClr val="bg1"/>
                </a:solidFill>
                <a:latin typeface="+mn-ea"/>
                <a:ea typeface="+mn-ea"/>
                <a:cs typeface="+mn-cs"/>
              </a:defRPr>
            </a:lvl2pPr>
            <a:lvl3pPr marL="0" algn="l" defTabSz="914400" rtl="0" eaLnBrk="1" latinLnBrk="0" hangingPunct="1">
              <a:lnSpc>
                <a:spcPct val="150000"/>
              </a:lnSpc>
              <a:spcAft>
                <a:spcPts val="1000"/>
              </a:spcAft>
              <a:defRPr kumimoji="1" lang="zh-CN" altLang="en-US" sz="1600" kern="1200" smtClean="0">
                <a:solidFill>
                  <a:schemeClr val="bg1"/>
                </a:solidFill>
                <a:latin typeface="+mn-ea"/>
                <a:ea typeface="+mn-ea"/>
                <a:cs typeface="+mn-cs"/>
              </a:defRPr>
            </a:lvl3pPr>
            <a:lvl4pPr marL="0" algn="l" defTabSz="914400" rtl="0" eaLnBrk="1" latinLnBrk="0" hangingPunct="1">
              <a:lnSpc>
                <a:spcPct val="150000"/>
              </a:lnSpc>
              <a:spcAft>
                <a:spcPts val="1000"/>
              </a:spcAft>
              <a:defRPr kumimoji="1" lang="zh-CN" altLang="en-US" sz="1600" kern="1200" smtClean="0">
                <a:solidFill>
                  <a:schemeClr val="bg1"/>
                </a:solidFill>
                <a:latin typeface="+mn-ea"/>
                <a:ea typeface="+mn-ea"/>
                <a:cs typeface="+mn-cs"/>
              </a:defRPr>
            </a:lvl4pPr>
            <a:lvl5pPr marL="0" algn="l" defTabSz="914400" rtl="0" eaLnBrk="1" latinLnBrk="0" hangingPunct="1">
              <a:lnSpc>
                <a:spcPct val="150000"/>
              </a:lnSpc>
              <a:spcAft>
                <a:spcPts val="1000"/>
              </a:spcAft>
              <a:defRPr kumimoji="1" lang="en-US" sz="1600" kern="1200">
                <a:solidFill>
                  <a:schemeClr val="bg1"/>
                </a:solidFill>
                <a:latin typeface="+mn-ea"/>
                <a:ea typeface="+mn-ea"/>
                <a:cs typeface="+mn-cs"/>
              </a:defRPr>
            </a:lvl5pPr>
          </a:lstStyle>
          <a:p>
            <a:pPr lvl="0"/>
            <a:r>
              <a:rPr lang="zh-CN" altLang="en-US" dirty="0" smtClean="0">
                <a:sym typeface="+mn-ea"/>
              </a:rPr>
              <a:t>单击输入时间</a:t>
            </a:r>
            <a:endParaRPr lang="zh-CN" altLang="en-US" dirty="0">
              <a:sym typeface="+mn-ea"/>
            </a:endParaRPr>
          </a:p>
        </p:txBody>
      </p:sp>
      <p:pic>
        <p:nvPicPr>
          <p:cNvPr id="2097155" name="图片 1"/>
          <p:cNvPicPr>
            <a:picLocks noChangeAspect="1"/>
          </p:cNvPicPr>
          <p:nvPr userDrawn="1"/>
        </p:nvPicPr>
        <p:blipFill>
          <a:blip r:embed="rId7"/>
          <a:srcRect b="45604"/>
          <a:stretch>
            <a:fillRect/>
          </a:stretch>
        </p:blipFill>
        <p:spPr>
          <a:xfrm>
            <a:off x="262890" y="158750"/>
            <a:ext cx="3228340" cy="1241425"/>
          </a:xfrm>
          <a:prstGeom prst="rect">
            <a:avLst/>
          </a:prstGeom>
        </p:spPr>
      </p:pic>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22" name=""/>
        <p:cNvGrpSpPr/>
        <p:nvPr/>
      </p:nvGrpSpPr>
      <p:grpSpPr>
        <a:xfrm>
          <a:off x="0" y="0"/>
          <a:ext cx="0" cy="0"/>
          <a:chOff x="0" y="0"/>
          <a:chExt cx="0" cy="0"/>
        </a:xfrm>
      </p:grpSpPr>
      <p:sp>
        <p:nvSpPr>
          <p:cNvPr id="1048576" name="日期占位符 2"/>
          <p:cNvSpPr>
            <a:spLocks noGrp="1"/>
          </p:cNvSpPr>
          <p:nvPr>
            <p:ph type="dt" sz="half" idx="10"/>
          </p:nvPr>
        </p:nvSpPr>
        <p:spPr>
          <a:xfrm>
            <a:off x="1270755" y="6356351"/>
            <a:ext cx="2844875" cy="365125"/>
          </a:xfrm>
        </p:spPr>
        <p:txBody>
          <a:bodyPr/>
          <a:p>
            <a:fld id="{DC9221C0-7E48-41AA-ACD1-47ED56919795}" type="datetime1">
              <a:rPr lang="zh-CN" altLang="en-US" smtClean="0"/>
            </a:fld>
            <a:endParaRPr lang="zh-CN" altLang="en-US"/>
          </a:p>
        </p:txBody>
      </p:sp>
      <p:sp>
        <p:nvSpPr>
          <p:cNvPr id="1048577" name="页脚占位符 3"/>
          <p:cNvSpPr>
            <a:spLocks noGrp="1"/>
          </p:cNvSpPr>
          <p:nvPr>
            <p:ph type="ftr" sz="quarter" idx="11"/>
          </p:nvPr>
        </p:nvSpPr>
        <p:spPr>
          <a:xfrm>
            <a:off x="4165709" y="6356351"/>
            <a:ext cx="3860900" cy="365125"/>
          </a:xfrm>
        </p:spPr>
        <p:txBody>
          <a:bodyPr/>
          <a:p>
            <a:endParaRPr lang="zh-CN" altLang="en-US"/>
          </a:p>
        </p:txBody>
      </p:sp>
      <p:sp>
        <p:nvSpPr>
          <p:cNvPr id="1048578" name="灯片编号占位符 4"/>
          <p:cNvSpPr>
            <a:spLocks noGrp="1"/>
          </p:cNvSpPr>
          <p:nvPr>
            <p:ph type="sldNum" sz="quarter" idx="12"/>
          </p:nvPr>
        </p:nvSpPr>
        <p:spPr>
          <a:xfrm>
            <a:off x="8596879" y="6135709"/>
            <a:ext cx="2844875" cy="365125"/>
          </a:xfrm>
        </p:spPr>
        <p:txBody>
          <a:bodyPr/>
          <a:p>
            <a:r>
              <a:rPr lang="en-US" altLang="zh-CN" dirty="0" smtClean="0"/>
              <a:t>0</a:t>
            </a:r>
            <a:endParaRPr lang="zh-CN" altLang="en-US" dirty="0"/>
          </a:p>
        </p:txBody>
      </p:sp>
      <p:pic>
        <p:nvPicPr>
          <p:cNvPr id="2097153" name="图片 6" descr="C:\Users\think\Desktop\1212(1).jpg1212(1)"/>
          <p:cNvPicPr>
            <a:picLocks noChangeAspect="1"/>
          </p:cNvPicPr>
          <p:nvPr userDrawn="1">
            <p:custDataLst>
              <p:tags r:id="rId2"/>
            </p:custDataLst>
          </p:nvPr>
        </p:nvPicPr>
        <p:blipFill>
          <a:blip r:embed="rId3"/>
          <a:srcRect/>
          <a:stretch>
            <a:fillRect/>
          </a:stretch>
        </p:blipFill>
        <p:spPr>
          <a:xfrm>
            <a:off x="0" y="-635"/>
            <a:ext cx="12191365" cy="6857365"/>
          </a:xfrm>
          <a:prstGeom prst="rect">
            <a:avLst/>
          </a:prstGeom>
        </p:spPr>
      </p:pic>
      <p:sp>
        <p:nvSpPr>
          <p:cNvPr id="1048579" name="副标题 7"/>
          <p:cNvSpPr>
            <a:spLocks noGrp="1"/>
          </p:cNvSpPr>
          <p:nvPr>
            <p:ph type="subTitle" idx="1" hasCustomPrompt="1"/>
            <p:custDataLst>
              <p:tags r:id="rId4"/>
            </p:custDataLst>
          </p:nvPr>
        </p:nvSpPr>
        <p:spPr>
          <a:xfrm>
            <a:off x="756118" y="2315155"/>
            <a:ext cx="8534623" cy="1752600"/>
          </a:xfrm>
        </p:spPr>
        <p:txBody>
          <a:bodyPr>
            <a:noAutofit/>
          </a:bodyPr>
          <a:lstStyle>
            <a:lvl1pPr marL="0" marR="0" indent="0" algn="l" defTabSz="914400" rtl="0" eaLnBrk="1" fontAlgn="auto" latinLnBrk="0" hangingPunct="1">
              <a:lnSpc>
                <a:spcPct val="100000"/>
              </a:lnSpc>
              <a:spcBef>
                <a:spcPct val="0"/>
              </a:spcBef>
              <a:spcAft>
                <a:spcPts val="0"/>
              </a:spcAft>
              <a:buNone/>
              <a:defRPr sz="4800" b="1" u="none" strike="noStrike" kern="1200" cap="none" spc="0" normalizeH="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R="0" lvl="0" defTabSz="914400" rtl="0" eaLnBrk="1" fontAlgn="auto" latinLnBrk="0" hangingPunct="1">
              <a:lnSpc>
                <a:spcPct val="100000"/>
              </a:lnSpc>
              <a:spcBef>
                <a:spcPct val="0"/>
              </a:spcBef>
              <a:spcAft>
                <a:spcPts val="0"/>
              </a:spcAft>
            </a:pPr>
            <a:r>
              <a:rPr lang="zh-CN" altLang="en-US" dirty="0" smtClean="0">
                <a:sym typeface="+mn-ea"/>
              </a:rPr>
              <a:t>单击此处添加一级标题</a:t>
            </a:r>
            <a:br>
              <a:rPr lang="en-US" altLang="zh-CN" dirty="0" smtClean="0">
                <a:sym typeface="+mn-ea"/>
              </a:rPr>
            </a:br>
            <a:r>
              <a:rPr lang="zh-CN" altLang="en-US" dirty="0" smtClean="0">
                <a:sym typeface="+mn-ea"/>
              </a:rPr>
              <a:t>微软雅黑</a:t>
            </a:r>
            <a:r>
              <a:rPr lang="en-US" altLang="zh-CN" dirty="0" smtClean="0">
                <a:sym typeface="+mn-ea"/>
              </a:rPr>
              <a:t>48</a:t>
            </a:r>
            <a:r>
              <a:rPr lang="zh-CN" altLang="en-US" dirty="0" smtClean="0">
                <a:sym typeface="+mn-ea"/>
              </a:rPr>
              <a:t>号</a:t>
            </a:r>
            <a:endParaRPr lang="en-US" altLang="zh-CN" dirty="0">
              <a:sym typeface="+mn-ea"/>
            </a:endParaRPr>
          </a:p>
        </p:txBody>
      </p:sp>
      <p:sp>
        <p:nvSpPr>
          <p:cNvPr id="1048580" name="文本框 4"/>
          <p:cNvSpPr txBox="1"/>
          <p:nvPr userDrawn="1">
            <p:custDataLst>
              <p:tags r:id="rId5"/>
            </p:custDataLst>
          </p:nvPr>
        </p:nvSpPr>
        <p:spPr>
          <a:xfrm>
            <a:off x="1386897" y="5583355"/>
            <a:ext cx="1356238" cy="460375"/>
          </a:xfrm>
          <a:prstGeom prst="rect">
            <a:avLst/>
          </a:prstGeom>
          <a:noFill/>
        </p:spPr>
        <p:txBody>
          <a:bodyPr wrap="square">
            <a:spAutoFit/>
          </a:bodyPr>
          <a:p>
            <a:pPr>
              <a:lnSpc>
                <a:spcPct val="150000"/>
              </a:lnSpc>
              <a:spcAft>
                <a:spcPts val="1000"/>
              </a:spcAft>
            </a:pPr>
            <a:r>
              <a:rPr kumimoji="1" lang="zh-CN" altLang="en-US" sz="1600" dirty="0" smtClean="0">
                <a:solidFill>
                  <a:srgbClr val="404040"/>
                </a:solidFill>
                <a:latin typeface="微软雅黑" panose="020B0503020204020204" charset="-122"/>
                <a:ea typeface="微软雅黑" panose="020B0503020204020204" charset="-122"/>
                <a:cs typeface="微软雅黑" panose="020B0503020204020204" charset="-122"/>
                <a:sym typeface="+mn-ea"/>
              </a:rPr>
              <a:t>演讲者</a:t>
            </a:r>
            <a:r>
              <a:rPr kumimoji="1" lang="en-US" altLang="zh-CN" sz="1600" dirty="0" smtClean="0">
                <a:solidFill>
                  <a:srgbClr val="404040"/>
                </a:solidFill>
                <a:latin typeface="微软雅黑" panose="020B0503020204020204" charset="-122"/>
                <a:ea typeface="微软雅黑" panose="020B0503020204020204" charset="-122"/>
                <a:cs typeface="微软雅黑" panose="020B0503020204020204" charset="-122"/>
                <a:sym typeface="+mn-ea"/>
              </a:rPr>
              <a:t>:</a:t>
            </a:r>
            <a:endParaRPr kumimoji="1" lang="zh-CN" altLang="en-US" sz="1600" dirty="0">
              <a:solidFill>
                <a:srgbClr val="404040"/>
              </a:solidFill>
              <a:latin typeface="微软雅黑" panose="020B0503020204020204" charset="-122"/>
              <a:ea typeface="微软雅黑" panose="020B0503020204020204" charset="-122"/>
              <a:cs typeface="微软雅黑" panose="020B0503020204020204" charset="-122"/>
            </a:endParaRPr>
          </a:p>
        </p:txBody>
      </p:sp>
      <p:sp>
        <p:nvSpPr>
          <p:cNvPr id="1048581" name="文本框 10"/>
          <p:cNvSpPr txBox="1"/>
          <p:nvPr userDrawn="1">
            <p:custDataLst>
              <p:tags r:id="rId6"/>
            </p:custDataLst>
          </p:nvPr>
        </p:nvSpPr>
        <p:spPr>
          <a:xfrm>
            <a:off x="1388294" y="5888061"/>
            <a:ext cx="1714422" cy="460375"/>
          </a:xfrm>
          <a:prstGeom prst="rect">
            <a:avLst/>
          </a:prstGeom>
          <a:noFill/>
        </p:spPr>
        <p:txBody>
          <a:bodyPr wrap="square">
            <a:spAutoFit/>
          </a:bodyPr>
          <a:p>
            <a:pPr>
              <a:lnSpc>
                <a:spcPct val="150000"/>
              </a:lnSpc>
              <a:spcAft>
                <a:spcPts val="1000"/>
              </a:spcAft>
            </a:pPr>
            <a:r>
              <a:rPr kumimoji="1" lang="zh-CN" altLang="en-US" sz="1600" dirty="0" smtClean="0">
                <a:solidFill>
                  <a:srgbClr val="404040"/>
                </a:solidFill>
                <a:latin typeface="微软雅黑" panose="020B0503020204020204" charset="-122"/>
                <a:ea typeface="微软雅黑" panose="020B0503020204020204" charset="-122"/>
                <a:cs typeface="微软雅黑" panose="020B0503020204020204" charset="-122"/>
                <a:sym typeface="+mn-ea"/>
              </a:rPr>
              <a:t>演讲时间</a:t>
            </a:r>
            <a:r>
              <a:rPr kumimoji="1" lang="en-US" altLang="zh-CN" sz="1600" dirty="0" smtClean="0">
                <a:solidFill>
                  <a:srgbClr val="404040"/>
                </a:solidFill>
                <a:latin typeface="微软雅黑" panose="020B0503020204020204" charset="-122"/>
                <a:ea typeface="微软雅黑" panose="020B0503020204020204" charset="-122"/>
                <a:cs typeface="微软雅黑" panose="020B0503020204020204" charset="-122"/>
                <a:sym typeface="+mn-ea"/>
              </a:rPr>
              <a:t>:</a:t>
            </a:r>
            <a:endParaRPr kumimoji="1" lang="zh-CN" altLang="en-US" sz="1600" dirty="0">
              <a:solidFill>
                <a:srgbClr val="404040"/>
              </a:solidFill>
              <a:latin typeface="微软雅黑" panose="020B0503020204020204" charset="-122"/>
              <a:ea typeface="微软雅黑" panose="020B0503020204020204" charset="-122"/>
              <a:cs typeface="微软雅黑" panose="020B0503020204020204" charset="-122"/>
            </a:endParaRPr>
          </a:p>
        </p:txBody>
      </p:sp>
      <p:sp>
        <p:nvSpPr>
          <p:cNvPr id="1048582" name="文本占位符 6"/>
          <p:cNvSpPr>
            <a:spLocks noGrp="1"/>
          </p:cNvSpPr>
          <p:nvPr>
            <p:ph type="body" sz="quarter" idx="13" hasCustomPrompt="1"/>
            <p:custDataLst>
              <p:tags r:id="rId7"/>
            </p:custDataLst>
          </p:nvPr>
        </p:nvSpPr>
        <p:spPr>
          <a:xfrm>
            <a:off x="2358613" y="5583355"/>
            <a:ext cx="1585208" cy="422552"/>
          </a:xfrm>
          <a:prstGeom prst="rect">
            <a:avLst/>
          </a:prstGeom>
        </p:spPr>
        <p:txBody>
          <a:bodyPr>
            <a:noAutofit/>
          </a:bodyPr>
          <a:lstStyle>
            <a:lvl1pPr marL="0" indent="0" algn="l" defTabSz="914400" rtl="0" eaLnBrk="1" latinLnBrk="0" hangingPunct="1">
              <a:lnSpc>
                <a:spcPct val="150000"/>
              </a:lnSpc>
              <a:spcAft>
                <a:spcPts val="1000"/>
              </a:spcAft>
              <a:buNone/>
              <a:defRPr kumimoji="1" lang="zh-CN" altLang="en-US" sz="1600" kern="1200" spc="0" smtClean="0">
                <a:solidFill>
                  <a:schemeClr val="tx1">
                    <a:lumMod val="75000"/>
                    <a:lumOff val="25000"/>
                  </a:schemeClr>
                </a:solidFill>
                <a:effectLst/>
                <a:latin typeface="微软雅黑" panose="020B0503020204020204" charset="-122"/>
                <a:ea typeface="微软雅黑" panose="020B0503020204020204" charset="-122"/>
                <a:cs typeface="Arial" panose="020B0604020202020204" pitchFamily="34" charset="0"/>
              </a:defRPr>
            </a:lvl1pPr>
            <a:lvl2pPr marL="0" algn="l" defTabSz="914400" rtl="0" eaLnBrk="1" latinLnBrk="0" hangingPunct="1">
              <a:lnSpc>
                <a:spcPct val="150000"/>
              </a:lnSpc>
              <a:spcAft>
                <a:spcPts val="1000"/>
              </a:spcAft>
              <a:defRPr kumimoji="1" lang="zh-CN" altLang="en-US" sz="1600" kern="1200" smtClean="0">
                <a:solidFill>
                  <a:schemeClr val="bg1"/>
                </a:solidFill>
                <a:latin typeface="+mn-ea"/>
                <a:ea typeface="+mn-ea"/>
                <a:cs typeface="+mn-cs"/>
              </a:defRPr>
            </a:lvl2pPr>
            <a:lvl3pPr marL="0" algn="l" defTabSz="914400" rtl="0" eaLnBrk="1" latinLnBrk="0" hangingPunct="1">
              <a:lnSpc>
                <a:spcPct val="150000"/>
              </a:lnSpc>
              <a:spcAft>
                <a:spcPts val="1000"/>
              </a:spcAft>
              <a:defRPr kumimoji="1" lang="zh-CN" altLang="en-US" sz="1600" kern="1200" smtClean="0">
                <a:solidFill>
                  <a:schemeClr val="bg1"/>
                </a:solidFill>
                <a:latin typeface="+mn-ea"/>
                <a:ea typeface="+mn-ea"/>
                <a:cs typeface="+mn-cs"/>
              </a:defRPr>
            </a:lvl3pPr>
            <a:lvl4pPr marL="0" algn="l" defTabSz="914400" rtl="0" eaLnBrk="1" latinLnBrk="0" hangingPunct="1">
              <a:lnSpc>
                <a:spcPct val="150000"/>
              </a:lnSpc>
              <a:spcAft>
                <a:spcPts val="1000"/>
              </a:spcAft>
              <a:defRPr kumimoji="1" lang="zh-CN" altLang="en-US" sz="1600" kern="1200" smtClean="0">
                <a:solidFill>
                  <a:schemeClr val="bg1"/>
                </a:solidFill>
                <a:latin typeface="+mn-ea"/>
                <a:ea typeface="+mn-ea"/>
                <a:cs typeface="+mn-cs"/>
              </a:defRPr>
            </a:lvl4pPr>
            <a:lvl5pPr marL="0" algn="l" defTabSz="914400" rtl="0" eaLnBrk="1" latinLnBrk="0" hangingPunct="1">
              <a:lnSpc>
                <a:spcPct val="150000"/>
              </a:lnSpc>
              <a:spcAft>
                <a:spcPts val="1000"/>
              </a:spcAft>
              <a:defRPr kumimoji="1" lang="en-US" sz="1600" kern="1200">
                <a:solidFill>
                  <a:schemeClr val="bg1"/>
                </a:solidFill>
                <a:latin typeface="+mn-ea"/>
                <a:ea typeface="+mn-ea"/>
                <a:cs typeface="+mn-cs"/>
              </a:defRPr>
            </a:lvl5pPr>
          </a:lstStyle>
          <a:p>
            <a:pPr lvl="0"/>
            <a:r>
              <a:rPr lang="zh-CN" altLang="en-US" dirty="0" smtClean="0">
                <a:sym typeface="+mn-ea"/>
              </a:rPr>
              <a:t>单击输入姓名</a:t>
            </a:r>
            <a:endParaRPr lang="zh-CN" altLang="en-US" dirty="0">
              <a:sym typeface="+mn-ea"/>
            </a:endParaRPr>
          </a:p>
        </p:txBody>
      </p:sp>
      <p:sp>
        <p:nvSpPr>
          <p:cNvPr id="1048583" name="文本占位符 6"/>
          <p:cNvSpPr>
            <a:spLocks noGrp="1"/>
          </p:cNvSpPr>
          <p:nvPr>
            <p:ph type="body" sz="quarter" idx="14" hasCustomPrompt="1"/>
            <p:custDataLst>
              <p:tags r:id="rId8"/>
            </p:custDataLst>
          </p:nvPr>
        </p:nvSpPr>
        <p:spPr>
          <a:xfrm>
            <a:off x="2358727" y="5888061"/>
            <a:ext cx="1585208" cy="422552"/>
          </a:xfrm>
          <a:prstGeom prst="rect">
            <a:avLst/>
          </a:prstGeom>
        </p:spPr>
        <p:txBody>
          <a:bodyPr>
            <a:noAutofit/>
          </a:bodyPr>
          <a:lstStyle>
            <a:lvl1pPr marL="0" indent="0" algn="l" defTabSz="914400" rtl="0" eaLnBrk="1" latinLnBrk="0" hangingPunct="1">
              <a:lnSpc>
                <a:spcPct val="150000"/>
              </a:lnSpc>
              <a:spcAft>
                <a:spcPts val="1000"/>
              </a:spcAft>
              <a:buNone/>
              <a:defRPr kumimoji="1" lang="zh-CN" altLang="en-US" sz="1600" kern="1200" spc="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defRPr>
            </a:lvl1pPr>
            <a:lvl2pPr marL="0" algn="l" defTabSz="914400" rtl="0" eaLnBrk="1" latinLnBrk="0" hangingPunct="1">
              <a:lnSpc>
                <a:spcPct val="150000"/>
              </a:lnSpc>
              <a:spcAft>
                <a:spcPts val="1000"/>
              </a:spcAft>
              <a:defRPr kumimoji="1" lang="zh-CN" altLang="en-US" sz="1600" kern="1200" smtClean="0">
                <a:solidFill>
                  <a:schemeClr val="bg1"/>
                </a:solidFill>
                <a:latin typeface="+mn-ea"/>
                <a:ea typeface="+mn-ea"/>
                <a:cs typeface="+mn-cs"/>
              </a:defRPr>
            </a:lvl2pPr>
            <a:lvl3pPr marL="0" algn="l" defTabSz="914400" rtl="0" eaLnBrk="1" latinLnBrk="0" hangingPunct="1">
              <a:lnSpc>
                <a:spcPct val="150000"/>
              </a:lnSpc>
              <a:spcAft>
                <a:spcPts val="1000"/>
              </a:spcAft>
              <a:defRPr kumimoji="1" lang="zh-CN" altLang="en-US" sz="1600" kern="1200" smtClean="0">
                <a:solidFill>
                  <a:schemeClr val="bg1"/>
                </a:solidFill>
                <a:latin typeface="+mn-ea"/>
                <a:ea typeface="+mn-ea"/>
                <a:cs typeface="+mn-cs"/>
              </a:defRPr>
            </a:lvl3pPr>
            <a:lvl4pPr marL="0" algn="l" defTabSz="914400" rtl="0" eaLnBrk="1" latinLnBrk="0" hangingPunct="1">
              <a:lnSpc>
                <a:spcPct val="150000"/>
              </a:lnSpc>
              <a:spcAft>
                <a:spcPts val="1000"/>
              </a:spcAft>
              <a:defRPr kumimoji="1" lang="zh-CN" altLang="en-US" sz="1600" kern="1200" smtClean="0">
                <a:solidFill>
                  <a:schemeClr val="bg1"/>
                </a:solidFill>
                <a:latin typeface="+mn-ea"/>
                <a:ea typeface="+mn-ea"/>
                <a:cs typeface="+mn-cs"/>
              </a:defRPr>
            </a:lvl4pPr>
            <a:lvl5pPr marL="0" algn="l" defTabSz="914400" rtl="0" eaLnBrk="1" latinLnBrk="0" hangingPunct="1">
              <a:lnSpc>
                <a:spcPct val="150000"/>
              </a:lnSpc>
              <a:spcAft>
                <a:spcPts val="1000"/>
              </a:spcAft>
              <a:defRPr kumimoji="1" lang="en-US" sz="1600" kern="1200">
                <a:solidFill>
                  <a:schemeClr val="bg1"/>
                </a:solidFill>
                <a:latin typeface="+mn-ea"/>
                <a:ea typeface="+mn-ea"/>
                <a:cs typeface="+mn-cs"/>
              </a:defRPr>
            </a:lvl5pPr>
          </a:lstStyle>
          <a:p>
            <a:pPr lvl="0"/>
            <a:r>
              <a:rPr lang="zh-CN" altLang="en-US" dirty="0" smtClean="0">
                <a:sym typeface="+mn-ea"/>
              </a:rPr>
              <a:t>单击输入时间</a:t>
            </a:r>
            <a:endParaRPr lang="zh-CN" altLang="en-US" dirty="0">
              <a:sym typeface="+mn-ea"/>
            </a:endParaRPr>
          </a:p>
        </p:txBody>
      </p:sp>
      <p:pic>
        <p:nvPicPr>
          <p:cNvPr id="2097154" name="图片 10" descr="图片5"/>
          <p:cNvPicPr>
            <a:picLocks noChangeAspect="1"/>
          </p:cNvPicPr>
          <p:nvPr userDrawn="1"/>
        </p:nvPicPr>
        <p:blipFill>
          <a:blip r:embed="rId9"/>
          <a:stretch>
            <a:fillRect/>
          </a:stretch>
        </p:blipFill>
        <p:spPr>
          <a:xfrm>
            <a:off x="838966" y="5772150"/>
            <a:ext cx="504269" cy="476250"/>
          </a:xfrm>
          <a:prstGeom prst="rect">
            <a:avLst/>
          </a:prstGeom>
        </p:spPr>
      </p:pic>
      <p:pic>
        <p:nvPicPr>
          <p:cNvPr id="2097155" name="图片 1"/>
          <p:cNvPicPr>
            <a:picLocks noChangeAspect="1"/>
          </p:cNvPicPr>
          <p:nvPr userDrawn="1"/>
        </p:nvPicPr>
        <p:blipFill>
          <a:blip r:embed="rId10"/>
          <a:stretch>
            <a:fillRect/>
          </a:stretch>
        </p:blipFill>
        <p:spPr>
          <a:xfrm>
            <a:off x="262599" y="-171400"/>
            <a:ext cx="3228366" cy="2282225"/>
          </a:xfrm>
          <a:prstGeom prst="rect">
            <a:avLst/>
          </a:prstGeom>
        </p:spPr>
      </p:pic>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44" name=""/>
        <p:cNvGrpSpPr/>
        <p:nvPr/>
      </p:nvGrpSpPr>
      <p:grpSpPr>
        <a:xfrm>
          <a:off x="0" y="0"/>
          <a:ext cx="0" cy="0"/>
          <a:chOff x="0" y="0"/>
          <a:chExt cx="0" cy="0"/>
        </a:xfrm>
      </p:grpSpPr>
      <p:sp>
        <p:nvSpPr>
          <p:cNvPr id="1049022" name="文本占位符 4"/>
          <p:cNvSpPr>
            <a:spLocks noGrp="1"/>
          </p:cNvSpPr>
          <p:nvPr>
            <p:ph type="body" sz="quarter" idx="16" hasCustomPrompt="1"/>
            <p:custDataLst>
              <p:tags r:id="rId2"/>
            </p:custDataLst>
          </p:nvPr>
        </p:nvSpPr>
        <p:spPr>
          <a:xfrm>
            <a:off x="5160181" y="2340610"/>
            <a:ext cx="553807" cy="460375"/>
          </a:xfrm>
          <a:prstGeom prst="rect">
            <a:avLst/>
          </a:prstGeom>
          <a:noFill/>
        </p:spPr>
        <p:txBody>
          <a:bodyPr wrap="square" rtlCol="0">
            <a:spAutoFit/>
          </a:bodyPr>
          <a:lstStyle>
            <a:lvl1pPr marL="0" indent="0">
              <a:lnSpc>
                <a:spcPct val="100000"/>
              </a:lnSpc>
              <a:spcAft>
                <a:spcPts val="0"/>
              </a:spcAft>
              <a:buNone/>
              <a:defRPr kumimoji="1" lang="zh-CN" altLang="en-US" sz="2400" b="1" spc="0">
                <a:solidFill>
                  <a:srgbClr val="3A70D3"/>
                </a:solidFill>
                <a:latin typeface="Arial" panose="020B0604020202020204" pitchFamily="34" charset="0"/>
                <a:ea typeface="+mj-ea"/>
                <a:cs typeface="Arial" panose="020B0604020202020204" pitchFamily="34" charset="0"/>
              </a:defRPr>
            </a:lvl1pPr>
          </a:lstStyle>
          <a:p>
            <a:pPr marL="0" lvl="0"/>
            <a:r>
              <a:rPr lang="en-US" altLang="zh-CN" dirty="0"/>
              <a:t>01</a:t>
            </a:r>
            <a:endParaRPr lang="zh-CN" altLang="en-US" dirty="0"/>
          </a:p>
        </p:txBody>
      </p:sp>
      <p:sp>
        <p:nvSpPr>
          <p:cNvPr id="1049023" name="文本占位符 5"/>
          <p:cNvSpPr>
            <a:spLocks noGrp="1"/>
          </p:cNvSpPr>
          <p:nvPr>
            <p:ph type="body" sz="quarter" idx="17" hasCustomPrompt="1"/>
            <p:custDataLst>
              <p:tags r:id="rId3"/>
            </p:custDataLst>
          </p:nvPr>
        </p:nvSpPr>
        <p:spPr>
          <a:xfrm>
            <a:off x="5160181" y="3213100"/>
            <a:ext cx="553807" cy="460375"/>
          </a:xfrm>
          <a:prstGeom prst="rect">
            <a:avLst/>
          </a:prstGeom>
          <a:noFill/>
        </p:spPr>
        <p:txBody>
          <a:bodyPr wrap="square" rtlCol="0">
            <a:spAutoFit/>
          </a:bodyPr>
          <a:lstStyle>
            <a:lvl1pPr marL="0" indent="0">
              <a:lnSpc>
                <a:spcPct val="100000"/>
              </a:lnSpc>
              <a:spcAft>
                <a:spcPts val="0"/>
              </a:spcAft>
              <a:buNone/>
              <a:defRPr kumimoji="1" lang="zh-CN" altLang="en-US" sz="2400" b="1" spc="0">
                <a:solidFill>
                  <a:srgbClr val="3A70D3"/>
                </a:solidFill>
                <a:latin typeface="Arial" panose="020B0604020202020204" pitchFamily="34" charset="0"/>
                <a:ea typeface="+mj-ea"/>
                <a:cs typeface="Arial" panose="020B0604020202020204" pitchFamily="34" charset="0"/>
              </a:defRPr>
            </a:lvl1pPr>
          </a:lstStyle>
          <a:p>
            <a:pPr marL="0" lvl="0"/>
            <a:r>
              <a:rPr lang="en-US" altLang="zh-CN"/>
              <a:t>02</a:t>
            </a:r>
            <a:endParaRPr lang="zh-CN" altLang="en-US"/>
          </a:p>
        </p:txBody>
      </p:sp>
      <p:sp>
        <p:nvSpPr>
          <p:cNvPr id="1049024" name="文本占位符 6"/>
          <p:cNvSpPr>
            <a:spLocks noGrp="1"/>
          </p:cNvSpPr>
          <p:nvPr>
            <p:ph type="body" sz="quarter" idx="18" hasCustomPrompt="1"/>
            <p:custDataLst>
              <p:tags r:id="rId4"/>
            </p:custDataLst>
          </p:nvPr>
        </p:nvSpPr>
        <p:spPr>
          <a:xfrm>
            <a:off x="5160181" y="4077335"/>
            <a:ext cx="553807" cy="460375"/>
          </a:xfrm>
          <a:prstGeom prst="rect">
            <a:avLst/>
          </a:prstGeom>
          <a:noFill/>
        </p:spPr>
        <p:txBody>
          <a:bodyPr wrap="square" rtlCol="0">
            <a:spAutoFit/>
          </a:bodyPr>
          <a:lstStyle>
            <a:lvl1pPr marL="0" indent="0">
              <a:lnSpc>
                <a:spcPct val="100000"/>
              </a:lnSpc>
              <a:spcAft>
                <a:spcPts val="0"/>
              </a:spcAft>
              <a:buNone/>
              <a:defRPr kumimoji="1" lang="zh-CN" altLang="en-US" sz="2400" b="1" spc="0">
                <a:solidFill>
                  <a:srgbClr val="3A70D3"/>
                </a:solidFill>
                <a:latin typeface="Arial" panose="020B0604020202020204" pitchFamily="34" charset="0"/>
                <a:ea typeface="+mj-ea"/>
                <a:cs typeface="Arial" panose="020B0604020202020204" pitchFamily="34" charset="0"/>
              </a:defRPr>
            </a:lvl1pPr>
          </a:lstStyle>
          <a:p>
            <a:pPr marL="0" lvl="0"/>
            <a:r>
              <a:rPr lang="en-US" altLang="zh-CN"/>
              <a:t>03</a:t>
            </a:r>
            <a:endParaRPr lang="zh-CN" altLang="en-US"/>
          </a:p>
        </p:txBody>
      </p:sp>
      <p:sp>
        <p:nvSpPr>
          <p:cNvPr id="1049025" name="文本占位符 7"/>
          <p:cNvSpPr>
            <a:spLocks noGrp="1"/>
          </p:cNvSpPr>
          <p:nvPr>
            <p:ph type="body" sz="quarter" idx="19" hasCustomPrompt="1"/>
            <p:custDataLst>
              <p:tags r:id="rId5"/>
            </p:custDataLst>
          </p:nvPr>
        </p:nvSpPr>
        <p:spPr>
          <a:xfrm>
            <a:off x="5160181" y="4941570"/>
            <a:ext cx="553807" cy="460375"/>
          </a:xfrm>
          <a:prstGeom prst="rect">
            <a:avLst/>
          </a:prstGeom>
          <a:noFill/>
        </p:spPr>
        <p:txBody>
          <a:bodyPr wrap="square" rtlCol="0">
            <a:spAutoFit/>
          </a:bodyPr>
          <a:lstStyle>
            <a:lvl1pPr marL="0" indent="0">
              <a:lnSpc>
                <a:spcPct val="100000"/>
              </a:lnSpc>
              <a:spcAft>
                <a:spcPts val="0"/>
              </a:spcAft>
              <a:buNone/>
              <a:defRPr kumimoji="1" lang="zh-CN" altLang="en-US" sz="2400" b="1" spc="0">
                <a:solidFill>
                  <a:srgbClr val="3A70D3"/>
                </a:solidFill>
                <a:latin typeface="Arial" panose="020B0604020202020204" pitchFamily="34" charset="0"/>
                <a:ea typeface="+mj-ea"/>
                <a:cs typeface="Arial" panose="020B0604020202020204" pitchFamily="34" charset="0"/>
              </a:defRPr>
            </a:lvl1pPr>
          </a:lstStyle>
          <a:p>
            <a:pPr marL="0" lvl="0"/>
            <a:r>
              <a:rPr lang="en-US" altLang="zh-CN"/>
              <a:t>04</a:t>
            </a:r>
            <a:endParaRPr lang="zh-CN" altLang="en-US"/>
          </a:p>
        </p:txBody>
      </p:sp>
      <p:sp>
        <p:nvSpPr>
          <p:cNvPr id="1049026" name="TextBox 9"/>
          <p:cNvSpPr txBox="1"/>
          <p:nvPr userDrawn="1">
            <p:custDataLst>
              <p:tags r:id="rId6"/>
            </p:custDataLst>
          </p:nvPr>
        </p:nvSpPr>
        <p:spPr>
          <a:xfrm>
            <a:off x="550856" y="491485"/>
            <a:ext cx="1770380" cy="245110"/>
          </a:xfrm>
          <a:prstGeom prst="rect">
            <a:avLst/>
          </a:prstGeom>
          <a:noFill/>
        </p:spPr>
        <p:txBody>
          <a:bodyPr wrap="none" rtlCol="0">
            <a:spAutoFit/>
          </a:bodyPr>
          <a:p>
            <a:r>
              <a:rPr lang="en-US" altLang="zh-CN" sz="1000" spc="0" baseline="0" dirty="0" smtClean="0">
                <a:solidFill>
                  <a:srgbClr val="3A70D3"/>
                </a:solidFill>
                <a:latin typeface="Poppins Medium" panose="02010600030101010101" pitchFamily="2" charset="-122"/>
                <a:ea typeface="方正兰亭粗黑简体" panose="02010600030101010101" pitchFamily="2" charset="-122"/>
                <a:cs typeface="Poppins Medium" panose="02010600030101010101" pitchFamily="2" charset="-122"/>
              </a:rPr>
              <a:t>ENERGY TO POWER YOUR LIFE</a:t>
            </a:r>
            <a:endParaRPr lang="zh-CN" altLang="en-US" sz="1000" spc="0" baseline="0" dirty="0" smtClean="0">
              <a:solidFill>
                <a:srgbClr val="3A70D3"/>
              </a:solidFill>
              <a:latin typeface="Poppins Medium" panose="02010600030101010101" pitchFamily="2" charset="-122"/>
              <a:ea typeface="方正兰亭粗黑简体" panose="02010600030101010101" pitchFamily="2" charset="-122"/>
              <a:cs typeface="Poppins Medium" panose="02010600030101010101" pitchFamily="2" charset="-122"/>
            </a:endParaRPr>
          </a:p>
        </p:txBody>
      </p:sp>
      <p:sp>
        <p:nvSpPr>
          <p:cNvPr id="1049027" name="文本框 8"/>
          <p:cNvSpPr txBox="1"/>
          <p:nvPr userDrawn="1"/>
        </p:nvSpPr>
        <p:spPr>
          <a:xfrm>
            <a:off x="10890682" y="789940"/>
            <a:ext cx="4064000" cy="368300"/>
          </a:xfrm>
          <a:prstGeom prst="rect">
            <a:avLst/>
          </a:prstGeom>
          <a:noFill/>
        </p:spPr>
        <p:txBody>
          <a:bodyPr wrap="square" rtlCol="0">
            <a:spAutoFit/>
          </a:bodyPr>
          <a:p>
            <a:endParaRPr lang="zh-CN" altLang="en-US"/>
          </a:p>
        </p:txBody>
      </p:sp>
      <p:sp>
        <p:nvSpPr>
          <p:cNvPr id="1049028" name="TextBox 18"/>
          <p:cNvSpPr txBox="1"/>
          <p:nvPr userDrawn="1">
            <p:custDataLst>
              <p:tags r:id="rId7"/>
            </p:custDataLst>
          </p:nvPr>
        </p:nvSpPr>
        <p:spPr>
          <a:xfrm>
            <a:off x="550856" y="1507689"/>
            <a:ext cx="2458085" cy="1076325"/>
          </a:xfrm>
          <a:prstGeom prst="rect">
            <a:avLst/>
          </a:prstGeom>
          <a:noFill/>
        </p:spPr>
        <p:txBody>
          <a:bodyPr wrap="none" rtlCol="0">
            <a:spAutoFit/>
          </a:bodyPr>
          <a:p>
            <a:r>
              <a:rPr lang="en-US" altLang="zh-CN" sz="3200" b="1" spc="0" baseline="0" dirty="0" smtClean="0">
                <a:solidFill>
                  <a:srgbClr val="3A70D3"/>
                </a:solidFill>
                <a:latin typeface="微软雅黑" panose="020B0503020204020204" charset="-122"/>
                <a:ea typeface="微软雅黑" panose="020B0503020204020204" charset="-122"/>
                <a:cs typeface="微软雅黑" panose="020B0503020204020204" charset="-122"/>
              </a:rPr>
              <a:t>CONTENTS</a:t>
            </a:r>
            <a:endParaRPr lang="en-US" altLang="zh-CN" sz="3200" b="1" spc="0" baseline="0" dirty="0" smtClean="0">
              <a:solidFill>
                <a:srgbClr val="3A70D3"/>
              </a:solidFill>
              <a:latin typeface="微软雅黑" panose="020B0503020204020204" charset="-122"/>
              <a:ea typeface="微软雅黑" panose="020B0503020204020204" charset="-122"/>
              <a:cs typeface="微软雅黑" panose="020B0503020204020204" charset="-122"/>
            </a:endParaRPr>
          </a:p>
          <a:p>
            <a:r>
              <a:rPr lang="zh-CN" altLang="en-US" sz="3200" b="1" spc="0" baseline="0" dirty="0" smtClean="0">
                <a:solidFill>
                  <a:srgbClr val="3A70D3"/>
                </a:solidFill>
                <a:latin typeface="微软雅黑" panose="020B0503020204020204" charset="-122"/>
                <a:ea typeface="微软雅黑" panose="020B0503020204020204" charset="-122"/>
                <a:cs typeface="微软雅黑" panose="020B0503020204020204" charset="-122"/>
              </a:rPr>
              <a:t>目录</a:t>
            </a:r>
            <a:endParaRPr lang="zh-CN" altLang="en-US" sz="3200" b="1" spc="0" baseline="0" dirty="0" smtClean="0">
              <a:solidFill>
                <a:srgbClr val="3A70D3"/>
              </a:solidFill>
              <a:latin typeface="微软雅黑" panose="020B0503020204020204" charset="-122"/>
              <a:ea typeface="微软雅黑" panose="020B0503020204020204" charset="-122"/>
              <a:cs typeface="微软雅黑" panose="020B0503020204020204" charset="-122"/>
            </a:endParaRPr>
          </a:p>
        </p:txBody>
      </p:sp>
      <p:sp>
        <p:nvSpPr>
          <p:cNvPr id="1049029" name="文本占位符 35"/>
          <p:cNvSpPr>
            <a:spLocks noGrp="1"/>
          </p:cNvSpPr>
          <p:nvPr>
            <p:ph type="body" sz="quarter" idx="10" hasCustomPrompt="1"/>
            <p:custDataLst>
              <p:tags r:id="rId8"/>
            </p:custDataLst>
          </p:nvPr>
        </p:nvSpPr>
        <p:spPr>
          <a:xfrm>
            <a:off x="5879749" y="2340610"/>
            <a:ext cx="5364683" cy="460375"/>
          </a:xfrm>
          <a:prstGeom prst="rect">
            <a:avLst/>
          </a:prstGeom>
          <a:noFill/>
        </p:spPr>
        <p:txBody>
          <a:bodyPr wrap="square" rtlCol="0">
            <a:spAutoFit/>
          </a:bodyPr>
          <a:lstStyle>
            <a:lvl1pPr marL="0" indent="0">
              <a:lnSpc>
                <a:spcPct val="100000"/>
              </a:lnSpc>
              <a:spcAft>
                <a:spcPts val="0"/>
              </a:spcAft>
              <a:buNone/>
              <a:defRPr kumimoji="1" lang="zh-CN" altLang="en-US" sz="2400" b="1" spc="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stStyle>
          <a:p>
            <a:pPr marL="0" lvl="0"/>
            <a:r>
              <a:rPr dirty="0">
                <a:sym typeface="+mn-ea"/>
              </a:rPr>
              <a:t>单击此处编辑章节标题 微软雅黑</a:t>
            </a:r>
            <a:r>
              <a:rPr lang="en-US" altLang="zh-CN" dirty="0">
                <a:sym typeface="+mn-ea"/>
              </a:rPr>
              <a:t>24</a:t>
            </a:r>
            <a:r>
              <a:rPr dirty="0">
                <a:sym typeface="+mn-ea"/>
              </a:rPr>
              <a:t>号</a:t>
            </a:r>
            <a:endParaRPr lang="zh-CN" altLang="en-US" dirty="0"/>
          </a:p>
        </p:txBody>
      </p:sp>
      <p:sp>
        <p:nvSpPr>
          <p:cNvPr id="1049030" name="文本占位符 1"/>
          <p:cNvSpPr>
            <a:spLocks noGrp="1"/>
          </p:cNvSpPr>
          <p:nvPr>
            <p:ph type="body" sz="quarter" idx="13" hasCustomPrompt="1"/>
            <p:custDataLst>
              <p:tags r:id="rId9"/>
            </p:custDataLst>
          </p:nvPr>
        </p:nvSpPr>
        <p:spPr>
          <a:xfrm>
            <a:off x="5879749" y="3213100"/>
            <a:ext cx="5365318" cy="460375"/>
          </a:xfrm>
          <a:prstGeom prst="rect">
            <a:avLst/>
          </a:prstGeom>
          <a:noFill/>
        </p:spPr>
        <p:txBody>
          <a:bodyPr wrap="square" rtlCol="0">
            <a:spAutoFit/>
          </a:bodyPr>
          <a:lstStyle>
            <a:lvl1pPr marL="0" indent="0">
              <a:lnSpc>
                <a:spcPct val="100000"/>
              </a:lnSpc>
              <a:spcAft>
                <a:spcPts val="0"/>
              </a:spcAft>
              <a:buNone/>
              <a:defRPr kumimoji="1" lang="zh-CN" altLang="en-US" sz="2400" b="1" spc="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stStyle>
          <a:p>
            <a:pPr marL="0" lvl="0"/>
            <a:r>
              <a:rPr dirty="0">
                <a:sym typeface="+mn-ea"/>
              </a:rPr>
              <a:t>单击此处编辑章节标题 微软雅黑</a:t>
            </a:r>
            <a:r>
              <a:rPr lang="en-US" altLang="zh-CN" dirty="0">
                <a:sym typeface="+mn-ea"/>
              </a:rPr>
              <a:t>24</a:t>
            </a:r>
            <a:r>
              <a:rPr dirty="0">
                <a:sym typeface="+mn-ea"/>
              </a:rPr>
              <a:t>号</a:t>
            </a:r>
            <a:endParaRPr lang="zh-CN" altLang="en-US" dirty="0"/>
          </a:p>
        </p:txBody>
      </p:sp>
      <p:sp>
        <p:nvSpPr>
          <p:cNvPr id="1049031" name="文本占位符 2"/>
          <p:cNvSpPr>
            <a:spLocks noGrp="1"/>
          </p:cNvSpPr>
          <p:nvPr>
            <p:ph type="body" sz="quarter" idx="14" hasCustomPrompt="1"/>
            <p:custDataLst>
              <p:tags r:id="rId10"/>
            </p:custDataLst>
          </p:nvPr>
        </p:nvSpPr>
        <p:spPr>
          <a:xfrm>
            <a:off x="5879749" y="4085590"/>
            <a:ext cx="5365953" cy="460375"/>
          </a:xfrm>
          <a:prstGeom prst="rect">
            <a:avLst/>
          </a:prstGeom>
          <a:noFill/>
        </p:spPr>
        <p:txBody>
          <a:bodyPr wrap="square" rtlCol="0">
            <a:spAutoFit/>
          </a:bodyPr>
          <a:lstStyle>
            <a:lvl1pPr marL="0" indent="0">
              <a:lnSpc>
                <a:spcPct val="100000"/>
              </a:lnSpc>
              <a:spcAft>
                <a:spcPts val="0"/>
              </a:spcAft>
              <a:buNone/>
              <a:defRPr kumimoji="1" lang="zh-CN" altLang="en-US" sz="2400" b="1" spc="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stStyle>
          <a:p>
            <a:pPr marL="0" lvl="0"/>
            <a:r>
              <a:rPr dirty="0">
                <a:sym typeface="+mn-ea"/>
              </a:rPr>
              <a:t>单击此处编辑章节标题 微软雅黑</a:t>
            </a:r>
            <a:r>
              <a:rPr lang="en-US" altLang="zh-CN" dirty="0">
                <a:sym typeface="+mn-ea"/>
              </a:rPr>
              <a:t>24</a:t>
            </a:r>
            <a:r>
              <a:rPr dirty="0">
                <a:sym typeface="+mn-ea"/>
              </a:rPr>
              <a:t>号</a:t>
            </a:r>
            <a:endParaRPr lang="zh-CN" altLang="en-US" dirty="0"/>
          </a:p>
        </p:txBody>
      </p:sp>
      <p:sp>
        <p:nvSpPr>
          <p:cNvPr id="1049032" name="文本占位符 3"/>
          <p:cNvSpPr>
            <a:spLocks noGrp="1"/>
          </p:cNvSpPr>
          <p:nvPr>
            <p:ph type="body" sz="quarter" idx="15" hasCustomPrompt="1"/>
            <p:custDataLst>
              <p:tags r:id="rId11"/>
            </p:custDataLst>
          </p:nvPr>
        </p:nvSpPr>
        <p:spPr>
          <a:xfrm>
            <a:off x="5879749" y="4958080"/>
            <a:ext cx="5366589" cy="460375"/>
          </a:xfrm>
          <a:prstGeom prst="rect">
            <a:avLst/>
          </a:prstGeom>
          <a:noFill/>
        </p:spPr>
        <p:txBody>
          <a:bodyPr wrap="square" rtlCol="0">
            <a:spAutoFit/>
          </a:bodyPr>
          <a:lstStyle>
            <a:lvl1pPr marL="0" indent="0">
              <a:lnSpc>
                <a:spcPct val="100000"/>
              </a:lnSpc>
              <a:spcAft>
                <a:spcPts val="0"/>
              </a:spcAft>
              <a:buNone/>
              <a:defRPr kumimoji="1" lang="zh-CN" altLang="en-US" sz="2400" b="1" spc="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stStyle>
          <a:p>
            <a:pPr marL="0" lvl="0"/>
            <a:r>
              <a:rPr dirty="0">
                <a:sym typeface="+mn-ea"/>
              </a:rPr>
              <a:t>单击此处编辑章节标题 微软雅黑</a:t>
            </a:r>
            <a:r>
              <a:rPr lang="en-US" altLang="zh-CN" dirty="0">
                <a:sym typeface="+mn-ea"/>
              </a:rPr>
              <a:t>24</a:t>
            </a:r>
            <a:r>
              <a:rPr dirty="0">
                <a:sym typeface="+mn-ea"/>
              </a:rPr>
              <a:t>号</a:t>
            </a:r>
            <a:endParaRPr lang="zh-CN" altLang="en-US" dirty="0"/>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47" name=""/>
        <p:cNvGrpSpPr/>
        <p:nvPr/>
      </p:nvGrpSpPr>
      <p:grpSpPr>
        <a:xfrm>
          <a:off x="0" y="0"/>
          <a:ext cx="0" cy="0"/>
          <a:chOff x="0" y="0"/>
          <a:chExt cx="0" cy="0"/>
        </a:xfrm>
      </p:grpSpPr>
      <p:pic>
        <p:nvPicPr>
          <p:cNvPr id="2097308" name="Picture 3" descr="C:\Users\斌\Desktop\临时\logo 3.png"/>
          <p:cNvPicPr>
            <a:picLocks noChangeAspect="1" noChangeArrowheads="1"/>
          </p:cNvPicPr>
          <p:nvPr userDrawn="1">
            <p:custDataLst>
              <p:tags r:id="rId2"/>
            </p:custDataLst>
          </p:nvPr>
        </p:nvPicPr>
        <p:blipFill>
          <a:blip r:embed="rId3"/>
          <a:srcRect/>
          <a:stretch>
            <a:fillRect/>
          </a:stretch>
        </p:blipFill>
        <p:spPr bwMode="auto">
          <a:xfrm>
            <a:off x="10489299" y="476250"/>
            <a:ext cx="1080939" cy="203200"/>
          </a:xfrm>
          <a:prstGeom prst="rect">
            <a:avLst/>
          </a:prstGeom>
          <a:noFill/>
        </p:spPr>
      </p:pic>
      <p:sp>
        <p:nvSpPr>
          <p:cNvPr id="1049037" name="矩形 11"/>
          <p:cNvSpPr/>
          <p:nvPr userDrawn="1">
            <p:custDataLst>
              <p:tags r:id="rId4"/>
            </p:custDataLst>
          </p:nvPr>
        </p:nvSpPr>
        <p:spPr>
          <a:xfrm>
            <a:off x="-1" y="0"/>
            <a:ext cx="12192318" cy="6858000"/>
          </a:xfrm>
          <a:prstGeom prst="rect">
            <a:avLst/>
          </a:prstGeom>
          <a:solidFill>
            <a:srgbClr val="E1EA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noFill/>
              </a:rPr>
              <a:t>z</a:t>
            </a:r>
            <a:endParaRPr lang="en-US" altLang="zh-CN" dirty="0">
              <a:noFill/>
            </a:endParaRPr>
          </a:p>
        </p:txBody>
      </p:sp>
      <p:grpSp>
        <p:nvGrpSpPr>
          <p:cNvPr id="148" name="组合 7"/>
          <p:cNvGrpSpPr/>
          <p:nvPr userDrawn="1"/>
        </p:nvGrpSpPr>
        <p:grpSpPr>
          <a:xfrm>
            <a:off x="10486759" y="480060"/>
            <a:ext cx="1083479" cy="201295"/>
            <a:chOff x="10454639" y="447437"/>
            <a:chExt cx="1239123" cy="229741"/>
          </a:xfrm>
          <a:solidFill>
            <a:srgbClr val="3A70D2"/>
          </a:solidFill>
        </p:grpSpPr>
        <p:sp>
          <p:nvSpPr>
            <p:cNvPr id="1049038" name="矩形: 圆角 16"/>
            <p:cNvSpPr/>
            <p:nvPr>
              <p:custDataLst>
                <p:tags r:id="rId5"/>
              </p:custDataLst>
            </p:nvPr>
          </p:nvSpPr>
          <p:spPr>
            <a:xfrm>
              <a:off x="10880518" y="449557"/>
              <a:ext cx="67585" cy="67585"/>
            </a:xfrm>
            <a:prstGeom prst="roundRect">
              <a:avLst/>
            </a:prstGeom>
            <a:solidFill>
              <a:srgbClr val="60C7CE"/>
            </a:solidFill>
            <a:ln w="2207" cap="flat">
              <a:noFill/>
              <a:prstDash val="solid"/>
              <a:miter/>
            </a:ln>
          </p:spPr>
          <p:txBody>
            <a:bodyPr rtlCol="0" anchor="ctr"/>
            <a:p>
              <a:endParaRPr lang="zh-CN" altLang="en-US">
                <a:latin typeface="+mj-ea"/>
                <a:ea typeface="+mj-ea"/>
              </a:endParaRPr>
            </a:p>
          </p:txBody>
        </p:sp>
        <p:grpSp>
          <p:nvGrpSpPr>
            <p:cNvPr id="149" name="组合 8"/>
            <p:cNvGrpSpPr/>
            <p:nvPr/>
          </p:nvGrpSpPr>
          <p:grpSpPr>
            <a:xfrm>
              <a:off x="10454639" y="447437"/>
              <a:ext cx="1239123" cy="229741"/>
              <a:chOff x="10454639" y="447437"/>
              <a:chExt cx="1239123" cy="229741"/>
            </a:xfrm>
            <a:grpFill/>
          </p:grpSpPr>
          <p:sp>
            <p:nvSpPr>
              <p:cNvPr id="1049039" name="任意多边形: 形状 19"/>
              <p:cNvSpPr/>
              <p:nvPr>
                <p:custDataLst>
                  <p:tags r:id="rId6"/>
                </p:custDataLst>
              </p:nvPr>
            </p:nvSpPr>
            <p:spPr>
              <a:xfrm>
                <a:off x="11479756" y="449601"/>
                <a:ext cx="214006" cy="225241"/>
              </a:xfrm>
              <a:custGeom>
                <a:avLst/>
                <a:gdLst>
                  <a:gd name="connsiteX0" fmla="*/ 214433 w 214006"/>
                  <a:gd name="connsiteY0" fmla="*/ 221524 h 225241"/>
                  <a:gd name="connsiteX1" fmla="*/ 159680 w 214006"/>
                  <a:gd name="connsiteY1" fmla="*/ 143358 h 225241"/>
                  <a:gd name="connsiteX2" fmla="*/ 203566 w 214006"/>
                  <a:gd name="connsiteY2" fmla="*/ 75022 h 225241"/>
                  <a:gd name="connsiteX3" fmla="*/ 128317 w 214006"/>
                  <a:gd name="connsiteY3" fmla="*/ -228 h 225241"/>
                  <a:gd name="connsiteX4" fmla="*/ 23338 w 214006"/>
                  <a:gd name="connsiteY4" fmla="*/ -228 h 225241"/>
                  <a:gd name="connsiteX5" fmla="*/ 809 w 214006"/>
                  <a:gd name="connsiteY5" fmla="*/ 22256 h 225241"/>
                  <a:gd name="connsiteX6" fmla="*/ 809 w 214006"/>
                  <a:gd name="connsiteY6" fmla="*/ 22300 h 225241"/>
                  <a:gd name="connsiteX7" fmla="*/ 809 w 214006"/>
                  <a:gd name="connsiteY7" fmla="*/ 222805 h 225241"/>
                  <a:gd name="connsiteX8" fmla="*/ 3018 w 214006"/>
                  <a:gd name="connsiteY8" fmla="*/ 225013 h 225241"/>
                  <a:gd name="connsiteX9" fmla="*/ 40831 w 214006"/>
                  <a:gd name="connsiteY9" fmla="*/ 225013 h 225241"/>
                  <a:gd name="connsiteX10" fmla="*/ 43039 w 214006"/>
                  <a:gd name="connsiteY10" fmla="*/ 222805 h 225241"/>
                  <a:gd name="connsiteX11" fmla="*/ 43039 w 214006"/>
                  <a:gd name="connsiteY11" fmla="*/ 37606 h 225241"/>
                  <a:gd name="connsiteX12" fmla="*/ 123700 w 214006"/>
                  <a:gd name="connsiteY12" fmla="*/ 37606 h 225241"/>
                  <a:gd name="connsiteX13" fmla="*/ 161094 w 214006"/>
                  <a:gd name="connsiteY13" fmla="*/ 74999 h 225241"/>
                  <a:gd name="connsiteX14" fmla="*/ 161094 w 214006"/>
                  <a:gd name="connsiteY14" fmla="*/ 75022 h 225241"/>
                  <a:gd name="connsiteX15" fmla="*/ 123700 w 214006"/>
                  <a:gd name="connsiteY15" fmla="*/ 112415 h 225241"/>
                  <a:gd name="connsiteX16" fmla="*/ 64221 w 214006"/>
                  <a:gd name="connsiteY16" fmla="*/ 112415 h 225241"/>
                  <a:gd name="connsiteX17" fmla="*/ 62012 w 214006"/>
                  <a:gd name="connsiteY17" fmla="*/ 114623 h 225241"/>
                  <a:gd name="connsiteX18" fmla="*/ 62012 w 214006"/>
                  <a:gd name="connsiteY18" fmla="*/ 147974 h 225241"/>
                  <a:gd name="connsiteX19" fmla="*/ 64221 w 214006"/>
                  <a:gd name="connsiteY19" fmla="*/ 150183 h 225241"/>
                  <a:gd name="connsiteX20" fmla="*/ 95783 w 214006"/>
                  <a:gd name="connsiteY20" fmla="*/ 150183 h 225241"/>
                  <a:gd name="connsiteX21" fmla="*/ 122861 w 214006"/>
                  <a:gd name="connsiteY21" fmla="*/ 164672 h 225241"/>
                  <a:gd name="connsiteX22" fmla="*/ 163744 w 214006"/>
                  <a:gd name="connsiteY22" fmla="*/ 223047 h 225241"/>
                  <a:gd name="connsiteX23" fmla="*/ 167432 w 214006"/>
                  <a:gd name="connsiteY23" fmla="*/ 224969 h 225241"/>
                  <a:gd name="connsiteX24" fmla="*/ 212467 w 214006"/>
                  <a:gd name="connsiteY24" fmla="*/ 224969 h 225241"/>
                  <a:gd name="connsiteX25" fmla="*/ 214811 w 214006"/>
                  <a:gd name="connsiteY25" fmla="*/ 222904 h 225241"/>
                  <a:gd name="connsiteX26" fmla="*/ 214433 w 214006"/>
                  <a:gd name="connsiteY26" fmla="*/ 221524 h 225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14006" h="225241">
                    <a:moveTo>
                      <a:pt x="214433" y="221524"/>
                    </a:moveTo>
                    <a:lnTo>
                      <a:pt x="159680" y="143358"/>
                    </a:lnTo>
                    <a:cubicBezTo>
                      <a:pt x="186427" y="131138"/>
                      <a:pt x="203580" y="104428"/>
                      <a:pt x="203566" y="75022"/>
                    </a:cubicBezTo>
                    <a:cubicBezTo>
                      <a:pt x="203566" y="33463"/>
                      <a:pt x="169875" y="-228"/>
                      <a:pt x="128317" y="-228"/>
                    </a:cubicBezTo>
                    <a:lnTo>
                      <a:pt x="23338" y="-228"/>
                    </a:lnTo>
                    <a:cubicBezTo>
                      <a:pt x="10907" y="-241"/>
                      <a:pt x="820" y="9826"/>
                      <a:pt x="809" y="22256"/>
                    </a:cubicBezTo>
                    <a:cubicBezTo>
                      <a:pt x="809" y="22272"/>
                      <a:pt x="809" y="22285"/>
                      <a:pt x="809" y="22300"/>
                    </a:cubicBezTo>
                    <a:lnTo>
                      <a:pt x="809" y="222805"/>
                    </a:lnTo>
                    <a:cubicBezTo>
                      <a:pt x="809" y="224024"/>
                      <a:pt x="1799" y="225013"/>
                      <a:pt x="3018" y="225013"/>
                    </a:cubicBezTo>
                    <a:lnTo>
                      <a:pt x="40831" y="225013"/>
                    </a:lnTo>
                    <a:cubicBezTo>
                      <a:pt x="42050" y="225013"/>
                      <a:pt x="43039" y="224024"/>
                      <a:pt x="43039" y="222805"/>
                    </a:cubicBezTo>
                    <a:lnTo>
                      <a:pt x="43039" y="37606"/>
                    </a:lnTo>
                    <a:lnTo>
                      <a:pt x="123700" y="37606"/>
                    </a:lnTo>
                    <a:cubicBezTo>
                      <a:pt x="144352" y="37606"/>
                      <a:pt x="161094" y="54348"/>
                      <a:pt x="161094" y="74999"/>
                    </a:cubicBezTo>
                    <a:cubicBezTo>
                      <a:pt x="161094" y="75006"/>
                      <a:pt x="161094" y="75015"/>
                      <a:pt x="161094" y="75022"/>
                    </a:cubicBezTo>
                    <a:cubicBezTo>
                      <a:pt x="161094" y="95673"/>
                      <a:pt x="144352" y="112415"/>
                      <a:pt x="123700" y="112415"/>
                    </a:cubicBezTo>
                    <a:lnTo>
                      <a:pt x="64221" y="112415"/>
                    </a:lnTo>
                    <a:cubicBezTo>
                      <a:pt x="63001" y="112415"/>
                      <a:pt x="62012" y="113404"/>
                      <a:pt x="62012" y="114623"/>
                    </a:cubicBezTo>
                    <a:lnTo>
                      <a:pt x="62012" y="147974"/>
                    </a:lnTo>
                    <a:cubicBezTo>
                      <a:pt x="62012" y="149194"/>
                      <a:pt x="63001" y="150183"/>
                      <a:pt x="64221" y="150183"/>
                    </a:cubicBezTo>
                    <a:lnTo>
                      <a:pt x="95783" y="150183"/>
                    </a:lnTo>
                    <a:cubicBezTo>
                      <a:pt x="106596" y="150441"/>
                      <a:pt x="116646" y="155820"/>
                      <a:pt x="122861" y="164672"/>
                    </a:cubicBezTo>
                    <a:lnTo>
                      <a:pt x="163744" y="223047"/>
                    </a:lnTo>
                    <a:cubicBezTo>
                      <a:pt x="164577" y="224262"/>
                      <a:pt x="165959" y="224985"/>
                      <a:pt x="167432" y="224969"/>
                    </a:cubicBezTo>
                    <a:lnTo>
                      <a:pt x="212467" y="224969"/>
                    </a:lnTo>
                    <a:cubicBezTo>
                      <a:pt x="213684" y="225046"/>
                      <a:pt x="214734" y="224121"/>
                      <a:pt x="214811" y="222904"/>
                    </a:cubicBezTo>
                    <a:cubicBezTo>
                      <a:pt x="214842" y="222414"/>
                      <a:pt x="214709" y="221930"/>
                      <a:pt x="214433" y="221524"/>
                    </a:cubicBezTo>
                    <a:close/>
                  </a:path>
                </a:pathLst>
              </a:custGeom>
              <a:grpFill/>
              <a:ln w="2207" cap="flat">
                <a:noFill/>
                <a:prstDash val="solid"/>
                <a:miter/>
              </a:ln>
            </p:spPr>
            <p:txBody>
              <a:bodyPr rtlCol="0" anchor="ctr"/>
              <a:p>
                <a:endParaRPr lang="zh-CN" altLang="en-US">
                  <a:latin typeface="+mj-ea"/>
                  <a:ea typeface="+mj-ea"/>
                </a:endParaRPr>
              </a:p>
            </p:txBody>
          </p:sp>
          <p:sp>
            <p:nvSpPr>
              <p:cNvPr id="1049040" name="任意多边形: 形状 28"/>
              <p:cNvSpPr/>
              <p:nvPr>
                <p:custDataLst>
                  <p:tags r:id="rId7"/>
                </p:custDataLst>
              </p:nvPr>
            </p:nvSpPr>
            <p:spPr>
              <a:xfrm>
                <a:off x="11186846" y="449601"/>
                <a:ext cx="270403" cy="225296"/>
              </a:xfrm>
              <a:custGeom>
                <a:avLst/>
                <a:gdLst>
                  <a:gd name="connsiteX0" fmla="*/ 270970 w 270403"/>
                  <a:gd name="connsiteY0" fmla="*/ 221855 h 225296"/>
                  <a:gd name="connsiteX1" fmla="*/ 176505 w 270403"/>
                  <a:gd name="connsiteY1" fmla="*/ 19274 h 225296"/>
                  <a:gd name="connsiteX2" fmla="*/ 145870 w 270403"/>
                  <a:gd name="connsiteY2" fmla="*/ -228 h 225296"/>
                  <a:gd name="connsiteX3" fmla="*/ 126125 w 270403"/>
                  <a:gd name="connsiteY3" fmla="*/ -228 h 225296"/>
                  <a:gd name="connsiteX4" fmla="*/ 95490 w 270403"/>
                  <a:gd name="connsiteY4" fmla="*/ 19274 h 225296"/>
                  <a:gd name="connsiteX5" fmla="*/ 62360 w 270403"/>
                  <a:gd name="connsiteY5" fmla="*/ 90284 h 225296"/>
                  <a:gd name="connsiteX6" fmla="*/ 63336 w 270403"/>
                  <a:gd name="connsiteY6" fmla="*/ 93250 h 225296"/>
                  <a:gd name="connsiteX7" fmla="*/ 64414 w 270403"/>
                  <a:gd name="connsiteY7" fmla="*/ 93486 h 225296"/>
                  <a:gd name="connsiteX8" fmla="*/ 104745 w 270403"/>
                  <a:gd name="connsiteY8" fmla="*/ 93486 h 225296"/>
                  <a:gd name="connsiteX9" fmla="*/ 108809 w 270403"/>
                  <a:gd name="connsiteY9" fmla="*/ 90880 h 225296"/>
                  <a:gd name="connsiteX10" fmla="*/ 132751 w 270403"/>
                  <a:gd name="connsiteY10" fmla="*/ 39705 h 225296"/>
                  <a:gd name="connsiteX11" fmla="*/ 136042 w 270403"/>
                  <a:gd name="connsiteY11" fmla="*/ 37606 h 225296"/>
                  <a:gd name="connsiteX12" fmla="*/ 136042 w 270403"/>
                  <a:gd name="connsiteY12" fmla="*/ 37606 h 225296"/>
                  <a:gd name="connsiteX13" fmla="*/ 139333 w 270403"/>
                  <a:gd name="connsiteY13" fmla="*/ 39705 h 225296"/>
                  <a:gd name="connsiteX14" fmla="*/ 173236 w 270403"/>
                  <a:gd name="connsiteY14" fmla="*/ 112415 h 225296"/>
                  <a:gd name="connsiteX15" fmla="*/ 73624 w 270403"/>
                  <a:gd name="connsiteY15" fmla="*/ 112415 h 225296"/>
                  <a:gd name="connsiteX16" fmla="*/ 43012 w 270403"/>
                  <a:gd name="connsiteY16" fmla="*/ 131917 h 225296"/>
                  <a:gd name="connsiteX17" fmla="*/ 1047 w 270403"/>
                  <a:gd name="connsiteY17" fmla="*/ 221855 h 225296"/>
                  <a:gd name="connsiteX18" fmla="*/ 2023 w 270403"/>
                  <a:gd name="connsiteY18" fmla="*/ 224821 h 225296"/>
                  <a:gd name="connsiteX19" fmla="*/ 3101 w 270403"/>
                  <a:gd name="connsiteY19" fmla="*/ 225057 h 225296"/>
                  <a:gd name="connsiteX20" fmla="*/ 43431 w 270403"/>
                  <a:gd name="connsiteY20" fmla="*/ 225057 h 225296"/>
                  <a:gd name="connsiteX21" fmla="*/ 47518 w 270403"/>
                  <a:gd name="connsiteY21" fmla="*/ 222451 h 225296"/>
                  <a:gd name="connsiteX22" fmla="*/ 78439 w 270403"/>
                  <a:gd name="connsiteY22" fmla="*/ 155992 h 225296"/>
                  <a:gd name="connsiteX23" fmla="*/ 87429 w 270403"/>
                  <a:gd name="connsiteY23" fmla="*/ 150271 h 225296"/>
                  <a:gd name="connsiteX24" fmla="*/ 184478 w 270403"/>
                  <a:gd name="connsiteY24" fmla="*/ 150271 h 225296"/>
                  <a:gd name="connsiteX25" fmla="*/ 193467 w 270403"/>
                  <a:gd name="connsiteY25" fmla="*/ 155992 h 225296"/>
                  <a:gd name="connsiteX26" fmla="*/ 224389 w 270403"/>
                  <a:gd name="connsiteY26" fmla="*/ 222451 h 225296"/>
                  <a:gd name="connsiteX27" fmla="*/ 228453 w 270403"/>
                  <a:gd name="connsiteY27" fmla="*/ 225057 h 225296"/>
                  <a:gd name="connsiteX28" fmla="*/ 268784 w 270403"/>
                  <a:gd name="connsiteY28" fmla="*/ 225057 h 225296"/>
                  <a:gd name="connsiteX29" fmla="*/ 271202 w 270403"/>
                  <a:gd name="connsiteY29" fmla="*/ 223078 h 225296"/>
                  <a:gd name="connsiteX30" fmla="*/ 270970 w 270403"/>
                  <a:gd name="connsiteY30" fmla="*/ 221855 h 225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70403" h="225296">
                    <a:moveTo>
                      <a:pt x="270970" y="221855"/>
                    </a:moveTo>
                    <a:lnTo>
                      <a:pt x="176505" y="19274"/>
                    </a:lnTo>
                    <a:cubicBezTo>
                      <a:pt x="170950" y="7372"/>
                      <a:pt x="159003" y="-233"/>
                      <a:pt x="145870" y="-228"/>
                    </a:cubicBezTo>
                    <a:lnTo>
                      <a:pt x="126125" y="-228"/>
                    </a:lnTo>
                    <a:cubicBezTo>
                      <a:pt x="112992" y="-233"/>
                      <a:pt x="101045" y="7372"/>
                      <a:pt x="95490" y="19274"/>
                    </a:cubicBezTo>
                    <a:lnTo>
                      <a:pt x="62360" y="90284"/>
                    </a:lnTo>
                    <a:cubicBezTo>
                      <a:pt x="61810" y="91372"/>
                      <a:pt x="62247" y="92700"/>
                      <a:pt x="63336" y="93250"/>
                    </a:cubicBezTo>
                    <a:cubicBezTo>
                      <a:pt x="63670" y="93420"/>
                      <a:pt x="64041" y="93499"/>
                      <a:pt x="64414" y="93486"/>
                    </a:cubicBezTo>
                    <a:lnTo>
                      <a:pt x="104745" y="93486"/>
                    </a:lnTo>
                    <a:cubicBezTo>
                      <a:pt x="106496" y="93499"/>
                      <a:pt x="108091" y="92477"/>
                      <a:pt x="108809" y="90880"/>
                    </a:cubicBezTo>
                    <a:lnTo>
                      <a:pt x="132751" y="39705"/>
                    </a:lnTo>
                    <a:cubicBezTo>
                      <a:pt x="133345" y="38424"/>
                      <a:pt x="134630" y="37604"/>
                      <a:pt x="136042" y="37606"/>
                    </a:cubicBezTo>
                    <a:lnTo>
                      <a:pt x="136042" y="37606"/>
                    </a:lnTo>
                    <a:cubicBezTo>
                      <a:pt x="137453" y="37604"/>
                      <a:pt x="138738" y="38424"/>
                      <a:pt x="139333" y="39705"/>
                    </a:cubicBezTo>
                    <a:lnTo>
                      <a:pt x="173236" y="112415"/>
                    </a:lnTo>
                    <a:lnTo>
                      <a:pt x="73624" y="112415"/>
                    </a:lnTo>
                    <a:cubicBezTo>
                      <a:pt x="60496" y="112412"/>
                      <a:pt x="48558" y="120019"/>
                      <a:pt x="43012" y="131917"/>
                    </a:cubicBezTo>
                    <a:lnTo>
                      <a:pt x="1047" y="221855"/>
                    </a:lnTo>
                    <a:cubicBezTo>
                      <a:pt x="497" y="222944"/>
                      <a:pt x="934" y="224271"/>
                      <a:pt x="2023" y="224821"/>
                    </a:cubicBezTo>
                    <a:cubicBezTo>
                      <a:pt x="2357" y="224991"/>
                      <a:pt x="2728" y="225071"/>
                      <a:pt x="3101" y="225057"/>
                    </a:cubicBezTo>
                    <a:lnTo>
                      <a:pt x="43431" y="225057"/>
                    </a:lnTo>
                    <a:cubicBezTo>
                      <a:pt x="45192" y="225079"/>
                      <a:pt x="46795" y="224057"/>
                      <a:pt x="47518" y="222451"/>
                    </a:cubicBezTo>
                    <a:lnTo>
                      <a:pt x="78439" y="155992"/>
                    </a:lnTo>
                    <a:cubicBezTo>
                      <a:pt x="80069" y="152500"/>
                      <a:pt x="83574" y="150269"/>
                      <a:pt x="87429" y="150271"/>
                    </a:cubicBezTo>
                    <a:lnTo>
                      <a:pt x="184478" y="150271"/>
                    </a:lnTo>
                    <a:cubicBezTo>
                      <a:pt x="188332" y="150269"/>
                      <a:pt x="191837" y="152500"/>
                      <a:pt x="193467" y="155992"/>
                    </a:cubicBezTo>
                    <a:lnTo>
                      <a:pt x="224389" y="222451"/>
                    </a:lnTo>
                    <a:cubicBezTo>
                      <a:pt x="225107" y="224048"/>
                      <a:pt x="226701" y="225071"/>
                      <a:pt x="228453" y="225057"/>
                    </a:cubicBezTo>
                    <a:lnTo>
                      <a:pt x="268784" y="225057"/>
                    </a:lnTo>
                    <a:cubicBezTo>
                      <a:pt x="269998" y="225179"/>
                      <a:pt x="271081" y="224293"/>
                      <a:pt x="271202" y="223078"/>
                    </a:cubicBezTo>
                    <a:cubicBezTo>
                      <a:pt x="271244" y="222657"/>
                      <a:pt x="271162" y="222232"/>
                      <a:pt x="270970" y="221855"/>
                    </a:cubicBezTo>
                    <a:close/>
                  </a:path>
                </a:pathLst>
              </a:custGeom>
              <a:grpFill/>
              <a:ln w="2207" cap="flat">
                <a:noFill/>
                <a:prstDash val="solid"/>
                <a:miter/>
              </a:ln>
            </p:spPr>
            <p:txBody>
              <a:bodyPr rtlCol="0" anchor="ctr"/>
              <a:p>
                <a:endParaRPr lang="zh-CN" altLang="en-US">
                  <a:latin typeface="+mj-ea"/>
                  <a:ea typeface="+mj-ea"/>
                </a:endParaRPr>
              </a:p>
            </p:txBody>
          </p:sp>
          <p:sp>
            <p:nvSpPr>
              <p:cNvPr id="1049041" name="任意多边形: 形状 29"/>
              <p:cNvSpPr/>
              <p:nvPr>
                <p:custDataLst>
                  <p:tags r:id="rId8"/>
                </p:custDataLst>
              </p:nvPr>
            </p:nvSpPr>
            <p:spPr>
              <a:xfrm>
                <a:off x="10995348" y="449601"/>
                <a:ext cx="202796" cy="225242"/>
              </a:xfrm>
              <a:custGeom>
                <a:avLst/>
                <a:gdLst>
                  <a:gd name="connsiteX0" fmla="*/ 190071 w 202796"/>
                  <a:gd name="connsiteY0" fmla="*/ 112415 h 225242"/>
                  <a:gd name="connsiteX1" fmla="*/ 43172 w 202796"/>
                  <a:gd name="connsiteY1" fmla="*/ 112415 h 225242"/>
                  <a:gd name="connsiteX2" fmla="*/ 43172 w 202796"/>
                  <a:gd name="connsiteY2" fmla="*/ 60136 h 225242"/>
                  <a:gd name="connsiteX3" fmla="*/ 65700 w 202796"/>
                  <a:gd name="connsiteY3" fmla="*/ 37607 h 225242"/>
                  <a:gd name="connsiteX4" fmla="*/ 184351 w 202796"/>
                  <a:gd name="connsiteY4" fmla="*/ 37607 h 225242"/>
                  <a:gd name="connsiteX5" fmla="*/ 188415 w 202796"/>
                  <a:gd name="connsiteY5" fmla="*/ 35023 h 225242"/>
                  <a:gd name="connsiteX6" fmla="*/ 203368 w 202796"/>
                  <a:gd name="connsiteY6" fmla="*/ 2975 h 225242"/>
                  <a:gd name="connsiteX7" fmla="*/ 202391 w 202796"/>
                  <a:gd name="connsiteY7" fmla="*/ 9 h 225242"/>
                  <a:gd name="connsiteX8" fmla="*/ 201336 w 202796"/>
                  <a:gd name="connsiteY8" fmla="*/ -228 h 225242"/>
                  <a:gd name="connsiteX9" fmla="*/ 57131 w 202796"/>
                  <a:gd name="connsiteY9" fmla="*/ -228 h 225242"/>
                  <a:gd name="connsiteX10" fmla="*/ 809 w 202796"/>
                  <a:gd name="connsiteY10" fmla="*/ 56094 h 225242"/>
                  <a:gd name="connsiteX11" fmla="*/ 809 w 202796"/>
                  <a:gd name="connsiteY11" fmla="*/ 222805 h 225242"/>
                  <a:gd name="connsiteX12" fmla="*/ 3018 w 202796"/>
                  <a:gd name="connsiteY12" fmla="*/ 225014 h 225242"/>
                  <a:gd name="connsiteX13" fmla="*/ 40875 w 202796"/>
                  <a:gd name="connsiteY13" fmla="*/ 225014 h 225242"/>
                  <a:gd name="connsiteX14" fmla="*/ 43084 w 202796"/>
                  <a:gd name="connsiteY14" fmla="*/ 222805 h 225242"/>
                  <a:gd name="connsiteX15" fmla="*/ 43084 w 202796"/>
                  <a:gd name="connsiteY15" fmla="*/ 150272 h 225242"/>
                  <a:gd name="connsiteX16" fmla="*/ 172998 w 202796"/>
                  <a:gd name="connsiteY16" fmla="*/ 150272 h 225242"/>
                  <a:gd name="connsiteX17" fmla="*/ 177062 w 202796"/>
                  <a:gd name="connsiteY17" fmla="*/ 147666 h 225242"/>
                  <a:gd name="connsiteX18" fmla="*/ 192015 w 202796"/>
                  <a:gd name="connsiteY18" fmla="*/ 115618 h 225242"/>
                  <a:gd name="connsiteX19" fmla="*/ 191037 w 202796"/>
                  <a:gd name="connsiteY19" fmla="*/ 112652 h 225242"/>
                  <a:gd name="connsiteX20" fmla="*/ 190071 w 202796"/>
                  <a:gd name="connsiteY20" fmla="*/ 112415 h 22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2796" h="225242">
                    <a:moveTo>
                      <a:pt x="190071" y="112415"/>
                    </a:moveTo>
                    <a:lnTo>
                      <a:pt x="43172" y="112415"/>
                    </a:lnTo>
                    <a:lnTo>
                      <a:pt x="43172" y="60136"/>
                    </a:lnTo>
                    <a:cubicBezTo>
                      <a:pt x="43172" y="47694"/>
                      <a:pt x="53259" y="37607"/>
                      <a:pt x="65700" y="37607"/>
                    </a:cubicBezTo>
                    <a:lnTo>
                      <a:pt x="184351" y="37607"/>
                    </a:lnTo>
                    <a:cubicBezTo>
                      <a:pt x="186098" y="37625"/>
                      <a:pt x="187690" y="36611"/>
                      <a:pt x="188415" y="35023"/>
                    </a:cubicBezTo>
                    <a:lnTo>
                      <a:pt x="203368" y="2975"/>
                    </a:lnTo>
                    <a:cubicBezTo>
                      <a:pt x="203918" y="1886"/>
                      <a:pt x="203480" y="559"/>
                      <a:pt x="202391" y="9"/>
                    </a:cubicBezTo>
                    <a:cubicBezTo>
                      <a:pt x="202065" y="-157"/>
                      <a:pt x="201702" y="-236"/>
                      <a:pt x="201336" y="-228"/>
                    </a:cubicBezTo>
                    <a:lnTo>
                      <a:pt x="57131" y="-228"/>
                    </a:lnTo>
                    <a:cubicBezTo>
                      <a:pt x="26026" y="-228"/>
                      <a:pt x="809" y="24989"/>
                      <a:pt x="809" y="56094"/>
                    </a:cubicBezTo>
                    <a:lnTo>
                      <a:pt x="809" y="222805"/>
                    </a:lnTo>
                    <a:cubicBezTo>
                      <a:pt x="809" y="224024"/>
                      <a:pt x="1799" y="225014"/>
                      <a:pt x="3018" y="225014"/>
                    </a:cubicBezTo>
                    <a:lnTo>
                      <a:pt x="40875" y="225014"/>
                    </a:lnTo>
                    <a:cubicBezTo>
                      <a:pt x="42094" y="225014"/>
                      <a:pt x="43084" y="224024"/>
                      <a:pt x="43084" y="222805"/>
                    </a:cubicBezTo>
                    <a:lnTo>
                      <a:pt x="43084" y="150272"/>
                    </a:lnTo>
                    <a:lnTo>
                      <a:pt x="172998" y="150272"/>
                    </a:lnTo>
                    <a:cubicBezTo>
                      <a:pt x="174750" y="150285"/>
                      <a:pt x="176344" y="149263"/>
                      <a:pt x="177062" y="147666"/>
                    </a:cubicBezTo>
                    <a:lnTo>
                      <a:pt x="192015" y="115618"/>
                    </a:lnTo>
                    <a:cubicBezTo>
                      <a:pt x="192565" y="114529"/>
                      <a:pt x="192125" y="113202"/>
                      <a:pt x="191037" y="112652"/>
                    </a:cubicBezTo>
                    <a:cubicBezTo>
                      <a:pt x="190736" y="112501"/>
                      <a:pt x="190407" y="112420"/>
                      <a:pt x="190071" y="112415"/>
                    </a:cubicBezTo>
                    <a:close/>
                  </a:path>
                </a:pathLst>
              </a:custGeom>
              <a:grpFill/>
              <a:ln w="2207" cap="flat">
                <a:noFill/>
                <a:prstDash val="solid"/>
                <a:miter/>
              </a:ln>
            </p:spPr>
            <p:txBody>
              <a:bodyPr rtlCol="0" anchor="ctr"/>
              <a:p>
                <a:endParaRPr lang="zh-CN" altLang="en-US">
                  <a:latin typeface="+mj-ea"/>
                  <a:ea typeface="+mj-ea"/>
                </a:endParaRPr>
              </a:p>
            </p:txBody>
          </p:sp>
          <p:sp>
            <p:nvSpPr>
              <p:cNvPr id="1049042" name="任意多边形: 形状 30"/>
              <p:cNvSpPr/>
              <p:nvPr>
                <p:custDataLst>
                  <p:tags r:id="rId9"/>
                </p:custDataLst>
              </p:nvPr>
            </p:nvSpPr>
            <p:spPr>
              <a:xfrm>
                <a:off x="10454639" y="449556"/>
                <a:ext cx="225352" cy="225288"/>
              </a:xfrm>
              <a:custGeom>
                <a:avLst/>
                <a:gdLst>
                  <a:gd name="connsiteX0" fmla="*/ 160387 w 225352"/>
                  <a:gd name="connsiteY0" fmla="*/ 93531 h 225288"/>
                  <a:gd name="connsiteX1" fmla="*/ 71156 w 225352"/>
                  <a:gd name="connsiteY1" fmla="*/ 93531 h 225288"/>
                  <a:gd name="connsiteX2" fmla="*/ 43150 w 225352"/>
                  <a:gd name="connsiteY2" fmla="*/ 65658 h 225288"/>
                  <a:gd name="connsiteX3" fmla="*/ 43150 w 225352"/>
                  <a:gd name="connsiteY3" fmla="*/ 65547 h 225288"/>
                  <a:gd name="connsiteX4" fmla="*/ 71090 w 225352"/>
                  <a:gd name="connsiteY4" fmla="*/ 37608 h 225288"/>
                  <a:gd name="connsiteX5" fmla="*/ 184550 w 225352"/>
                  <a:gd name="connsiteY5" fmla="*/ 37608 h 225288"/>
                  <a:gd name="connsiteX6" fmla="*/ 188636 w 225352"/>
                  <a:gd name="connsiteY6" fmla="*/ 35023 h 225288"/>
                  <a:gd name="connsiteX7" fmla="*/ 203566 w 225352"/>
                  <a:gd name="connsiteY7" fmla="*/ 2975 h 225288"/>
                  <a:gd name="connsiteX8" fmla="*/ 202590 w 225352"/>
                  <a:gd name="connsiteY8" fmla="*/ 9 h 225288"/>
                  <a:gd name="connsiteX9" fmla="*/ 201535 w 225352"/>
                  <a:gd name="connsiteY9" fmla="*/ -227 h 225288"/>
                  <a:gd name="connsiteX10" fmla="*/ 66584 w 225352"/>
                  <a:gd name="connsiteY10" fmla="*/ -227 h 225288"/>
                  <a:gd name="connsiteX11" fmla="*/ 809 w 225352"/>
                  <a:gd name="connsiteY11" fmla="*/ 65547 h 225288"/>
                  <a:gd name="connsiteX12" fmla="*/ 66562 w 225352"/>
                  <a:gd name="connsiteY12" fmla="*/ 131344 h 225288"/>
                  <a:gd name="connsiteX13" fmla="*/ 66584 w 225352"/>
                  <a:gd name="connsiteY13" fmla="*/ 131344 h 225288"/>
                  <a:gd name="connsiteX14" fmla="*/ 155815 w 225352"/>
                  <a:gd name="connsiteY14" fmla="*/ 131344 h 225288"/>
                  <a:gd name="connsiteX15" fmla="*/ 183733 w 225352"/>
                  <a:gd name="connsiteY15" fmla="*/ 159262 h 225288"/>
                  <a:gd name="connsiteX16" fmla="*/ 183733 w 225352"/>
                  <a:gd name="connsiteY16" fmla="*/ 159284 h 225288"/>
                  <a:gd name="connsiteX17" fmla="*/ 155815 w 225352"/>
                  <a:gd name="connsiteY17" fmla="*/ 187224 h 225288"/>
                  <a:gd name="connsiteX18" fmla="*/ 28086 w 225352"/>
                  <a:gd name="connsiteY18" fmla="*/ 187224 h 225288"/>
                  <a:gd name="connsiteX19" fmla="*/ 24000 w 225352"/>
                  <a:gd name="connsiteY19" fmla="*/ 189808 h 225288"/>
                  <a:gd name="connsiteX20" fmla="*/ 9048 w 225352"/>
                  <a:gd name="connsiteY20" fmla="*/ 221856 h 225288"/>
                  <a:gd name="connsiteX21" fmla="*/ 10024 w 225352"/>
                  <a:gd name="connsiteY21" fmla="*/ 224822 h 225288"/>
                  <a:gd name="connsiteX22" fmla="*/ 11102 w 225352"/>
                  <a:gd name="connsiteY22" fmla="*/ 225058 h 225288"/>
                  <a:gd name="connsiteX23" fmla="*/ 160387 w 225352"/>
                  <a:gd name="connsiteY23" fmla="*/ 225058 h 225288"/>
                  <a:gd name="connsiteX24" fmla="*/ 226161 w 225352"/>
                  <a:gd name="connsiteY24" fmla="*/ 159284 h 225288"/>
                  <a:gd name="connsiteX25" fmla="*/ 160387 w 225352"/>
                  <a:gd name="connsiteY25" fmla="*/ 93531 h 22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5352" h="225288">
                    <a:moveTo>
                      <a:pt x="160387" y="93531"/>
                    </a:moveTo>
                    <a:lnTo>
                      <a:pt x="71156" y="93531"/>
                    </a:lnTo>
                    <a:cubicBezTo>
                      <a:pt x="55726" y="93569"/>
                      <a:pt x="43187" y="81088"/>
                      <a:pt x="43150" y="65658"/>
                    </a:cubicBezTo>
                    <a:cubicBezTo>
                      <a:pt x="43150" y="65620"/>
                      <a:pt x="43150" y="65585"/>
                      <a:pt x="43150" y="65547"/>
                    </a:cubicBezTo>
                    <a:cubicBezTo>
                      <a:pt x="43161" y="50122"/>
                      <a:pt x="55664" y="37621"/>
                      <a:pt x="71090" y="37608"/>
                    </a:cubicBezTo>
                    <a:lnTo>
                      <a:pt x="184550" y="37608"/>
                    </a:lnTo>
                    <a:cubicBezTo>
                      <a:pt x="186295" y="37601"/>
                      <a:pt x="187883" y="36596"/>
                      <a:pt x="188636" y="35023"/>
                    </a:cubicBezTo>
                    <a:lnTo>
                      <a:pt x="203566" y="2975"/>
                    </a:lnTo>
                    <a:cubicBezTo>
                      <a:pt x="204116" y="1886"/>
                      <a:pt x="203679" y="559"/>
                      <a:pt x="202590" y="9"/>
                    </a:cubicBezTo>
                    <a:cubicBezTo>
                      <a:pt x="202263" y="-157"/>
                      <a:pt x="201901" y="-238"/>
                      <a:pt x="201535" y="-227"/>
                    </a:cubicBezTo>
                    <a:lnTo>
                      <a:pt x="66584" y="-227"/>
                    </a:lnTo>
                    <a:cubicBezTo>
                      <a:pt x="30258" y="-227"/>
                      <a:pt x="809" y="29221"/>
                      <a:pt x="809" y="65547"/>
                    </a:cubicBezTo>
                    <a:cubicBezTo>
                      <a:pt x="798" y="101874"/>
                      <a:pt x="30236" y="131331"/>
                      <a:pt x="66562" y="131344"/>
                    </a:cubicBezTo>
                    <a:cubicBezTo>
                      <a:pt x="66568" y="131344"/>
                      <a:pt x="66577" y="131344"/>
                      <a:pt x="66584" y="131344"/>
                    </a:cubicBezTo>
                    <a:lnTo>
                      <a:pt x="155815" y="131344"/>
                    </a:lnTo>
                    <a:cubicBezTo>
                      <a:pt x="171234" y="131344"/>
                      <a:pt x="183733" y="143843"/>
                      <a:pt x="183733" y="159262"/>
                    </a:cubicBezTo>
                    <a:cubicBezTo>
                      <a:pt x="183733" y="159268"/>
                      <a:pt x="183733" y="159277"/>
                      <a:pt x="183733" y="159284"/>
                    </a:cubicBezTo>
                    <a:cubicBezTo>
                      <a:pt x="183733" y="174707"/>
                      <a:pt x="171236" y="187210"/>
                      <a:pt x="155815" y="187224"/>
                    </a:cubicBezTo>
                    <a:lnTo>
                      <a:pt x="28086" y="187224"/>
                    </a:lnTo>
                    <a:cubicBezTo>
                      <a:pt x="26333" y="187197"/>
                      <a:pt x="24729" y="188211"/>
                      <a:pt x="24000" y="189808"/>
                    </a:cubicBezTo>
                    <a:lnTo>
                      <a:pt x="9048" y="221856"/>
                    </a:lnTo>
                    <a:cubicBezTo>
                      <a:pt x="8498" y="222945"/>
                      <a:pt x="8935" y="224272"/>
                      <a:pt x="10024" y="224822"/>
                    </a:cubicBezTo>
                    <a:cubicBezTo>
                      <a:pt x="10357" y="224992"/>
                      <a:pt x="10729" y="225072"/>
                      <a:pt x="11102" y="225058"/>
                    </a:cubicBezTo>
                    <a:lnTo>
                      <a:pt x="160387" y="225058"/>
                    </a:lnTo>
                    <a:cubicBezTo>
                      <a:pt x="196713" y="225058"/>
                      <a:pt x="226161" y="195610"/>
                      <a:pt x="226161" y="159284"/>
                    </a:cubicBezTo>
                    <a:cubicBezTo>
                      <a:pt x="226150" y="122966"/>
                      <a:pt x="196704" y="93531"/>
                      <a:pt x="160387" y="93531"/>
                    </a:cubicBezTo>
                    <a:close/>
                  </a:path>
                </a:pathLst>
              </a:custGeom>
              <a:grpFill/>
              <a:ln w="2207" cap="flat">
                <a:noFill/>
                <a:prstDash val="solid"/>
                <a:miter/>
              </a:ln>
            </p:spPr>
            <p:txBody>
              <a:bodyPr rtlCol="0" anchor="ctr"/>
              <a:p>
                <a:endParaRPr lang="zh-CN" altLang="en-US">
                  <a:latin typeface="+mj-ea"/>
                  <a:ea typeface="+mj-ea"/>
                </a:endParaRPr>
              </a:p>
            </p:txBody>
          </p:sp>
          <p:sp>
            <p:nvSpPr>
              <p:cNvPr id="1049043" name="任意多边形: 形状 31"/>
              <p:cNvSpPr/>
              <p:nvPr>
                <p:custDataLst>
                  <p:tags r:id="rId10"/>
                </p:custDataLst>
              </p:nvPr>
            </p:nvSpPr>
            <p:spPr>
              <a:xfrm>
                <a:off x="10706678" y="447437"/>
                <a:ext cx="243545" cy="229741"/>
              </a:xfrm>
              <a:custGeom>
                <a:avLst/>
                <a:gdLst>
                  <a:gd name="connsiteX0" fmla="*/ 241528 w 243545"/>
                  <a:gd name="connsiteY0" fmla="*/ 88406 h 229741"/>
                  <a:gd name="connsiteX1" fmla="*/ 203384 w 243545"/>
                  <a:gd name="connsiteY1" fmla="*/ 88406 h 229741"/>
                  <a:gd name="connsiteX2" fmla="*/ 201169 w 243545"/>
                  <a:gd name="connsiteY2" fmla="*/ 90608 h 229741"/>
                  <a:gd name="connsiteX3" fmla="*/ 201176 w 243545"/>
                  <a:gd name="connsiteY3" fmla="*/ 90792 h 229741"/>
                  <a:gd name="connsiteX4" fmla="*/ 200314 w 243545"/>
                  <a:gd name="connsiteY4" fmla="*/ 149543 h 229741"/>
                  <a:gd name="connsiteX5" fmla="*/ 159763 w 243545"/>
                  <a:gd name="connsiteY5" fmla="*/ 189741 h 229741"/>
                  <a:gd name="connsiteX6" fmla="*/ 85573 w 243545"/>
                  <a:gd name="connsiteY6" fmla="*/ 189741 h 229741"/>
                  <a:gd name="connsiteX7" fmla="*/ 45044 w 243545"/>
                  <a:gd name="connsiteY7" fmla="*/ 149388 h 229741"/>
                  <a:gd name="connsiteX8" fmla="*/ 45044 w 243545"/>
                  <a:gd name="connsiteY8" fmla="*/ 79572 h 229741"/>
                  <a:gd name="connsiteX9" fmla="*/ 85176 w 243545"/>
                  <a:gd name="connsiteY9" fmla="*/ 39307 h 229741"/>
                  <a:gd name="connsiteX10" fmla="*/ 153291 w 243545"/>
                  <a:gd name="connsiteY10" fmla="*/ 38755 h 229741"/>
                  <a:gd name="connsiteX11" fmla="*/ 155690 w 243545"/>
                  <a:gd name="connsiteY11" fmla="*/ 36754 h 229741"/>
                  <a:gd name="connsiteX12" fmla="*/ 155699 w 243545"/>
                  <a:gd name="connsiteY12" fmla="*/ 36547 h 229741"/>
                  <a:gd name="connsiteX13" fmla="*/ 155699 w 243545"/>
                  <a:gd name="connsiteY13" fmla="*/ 2842 h 229741"/>
                  <a:gd name="connsiteX14" fmla="*/ 153490 w 243545"/>
                  <a:gd name="connsiteY14" fmla="*/ 633 h 229741"/>
                  <a:gd name="connsiteX15" fmla="*/ 73757 w 243545"/>
                  <a:gd name="connsiteY15" fmla="*/ 1738 h 229741"/>
                  <a:gd name="connsiteX16" fmla="*/ 2549 w 243545"/>
                  <a:gd name="connsiteY16" fmla="*/ 73365 h 229741"/>
                  <a:gd name="connsiteX17" fmla="*/ 2549 w 243545"/>
                  <a:gd name="connsiteY17" fmla="*/ 155837 h 229741"/>
                  <a:gd name="connsiteX18" fmla="*/ 74971 w 243545"/>
                  <a:gd name="connsiteY18" fmla="*/ 227575 h 229741"/>
                  <a:gd name="connsiteX19" fmla="*/ 170254 w 243545"/>
                  <a:gd name="connsiteY19" fmla="*/ 227575 h 229741"/>
                  <a:gd name="connsiteX20" fmla="*/ 242633 w 243545"/>
                  <a:gd name="connsiteY20" fmla="*/ 156500 h 229741"/>
                  <a:gd name="connsiteX21" fmla="*/ 243737 w 243545"/>
                  <a:gd name="connsiteY21" fmla="*/ 90637 h 229741"/>
                  <a:gd name="connsiteX22" fmla="*/ 241550 w 243545"/>
                  <a:gd name="connsiteY22" fmla="*/ 88406 h 229741"/>
                  <a:gd name="connsiteX23" fmla="*/ 241528 w 243545"/>
                  <a:gd name="connsiteY23" fmla="*/ 88406 h 22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3545" h="229741">
                    <a:moveTo>
                      <a:pt x="241528" y="88406"/>
                    </a:moveTo>
                    <a:lnTo>
                      <a:pt x="203384" y="88406"/>
                    </a:lnTo>
                    <a:cubicBezTo>
                      <a:pt x="202165" y="88402"/>
                      <a:pt x="201173" y="89389"/>
                      <a:pt x="201169" y="90608"/>
                    </a:cubicBezTo>
                    <a:cubicBezTo>
                      <a:pt x="201169" y="90670"/>
                      <a:pt x="201171" y="90730"/>
                      <a:pt x="201176" y="90792"/>
                    </a:cubicBezTo>
                    <a:cubicBezTo>
                      <a:pt x="202589" y="110363"/>
                      <a:pt x="202302" y="130020"/>
                      <a:pt x="200314" y="149543"/>
                    </a:cubicBezTo>
                    <a:cubicBezTo>
                      <a:pt x="198046" y="170865"/>
                      <a:pt x="181105" y="187660"/>
                      <a:pt x="159763" y="189741"/>
                    </a:cubicBezTo>
                    <a:cubicBezTo>
                      <a:pt x="135094" y="192214"/>
                      <a:pt x="110242" y="192214"/>
                      <a:pt x="85573" y="189741"/>
                    </a:cubicBezTo>
                    <a:cubicBezTo>
                      <a:pt x="64191" y="187629"/>
                      <a:pt x="47248" y="170762"/>
                      <a:pt x="45044" y="149388"/>
                    </a:cubicBezTo>
                    <a:cubicBezTo>
                      <a:pt x="42636" y="126179"/>
                      <a:pt x="42636" y="102783"/>
                      <a:pt x="45044" y="79572"/>
                    </a:cubicBezTo>
                    <a:cubicBezTo>
                      <a:pt x="47197" y="58340"/>
                      <a:pt x="63950" y="41532"/>
                      <a:pt x="85176" y="39307"/>
                    </a:cubicBezTo>
                    <a:cubicBezTo>
                      <a:pt x="107817" y="37048"/>
                      <a:pt x="130617" y="36862"/>
                      <a:pt x="153291" y="38755"/>
                    </a:cubicBezTo>
                    <a:cubicBezTo>
                      <a:pt x="154506" y="38866"/>
                      <a:pt x="155579" y="37969"/>
                      <a:pt x="155690" y="36754"/>
                    </a:cubicBezTo>
                    <a:cubicBezTo>
                      <a:pt x="155697" y="36686"/>
                      <a:pt x="155699" y="36615"/>
                      <a:pt x="155699" y="36547"/>
                    </a:cubicBezTo>
                    <a:lnTo>
                      <a:pt x="155699" y="2842"/>
                    </a:lnTo>
                    <a:cubicBezTo>
                      <a:pt x="155699" y="1623"/>
                      <a:pt x="154709" y="633"/>
                      <a:pt x="153490" y="633"/>
                    </a:cubicBezTo>
                    <a:cubicBezTo>
                      <a:pt x="126917" y="-809"/>
                      <a:pt x="100279" y="-440"/>
                      <a:pt x="73757" y="1738"/>
                    </a:cubicBezTo>
                    <a:cubicBezTo>
                      <a:pt x="35752" y="5101"/>
                      <a:pt x="5689" y="35341"/>
                      <a:pt x="2549" y="73365"/>
                    </a:cubicBezTo>
                    <a:cubicBezTo>
                      <a:pt x="229" y="100808"/>
                      <a:pt x="229" y="128395"/>
                      <a:pt x="2549" y="155837"/>
                    </a:cubicBezTo>
                    <a:cubicBezTo>
                      <a:pt x="5926" y="194229"/>
                      <a:pt x="36549" y="224563"/>
                      <a:pt x="74971" y="227575"/>
                    </a:cubicBezTo>
                    <a:cubicBezTo>
                      <a:pt x="106679" y="230160"/>
                      <a:pt x="138546" y="230160"/>
                      <a:pt x="170254" y="227575"/>
                    </a:cubicBezTo>
                    <a:cubicBezTo>
                      <a:pt x="208478" y="224687"/>
                      <a:pt x="239050" y="194664"/>
                      <a:pt x="242633" y="156500"/>
                    </a:cubicBezTo>
                    <a:cubicBezTo>
                      <a:pt x="244468" y="134594"/>
                      <a:pt x="244837" y="112591"/>
                      <a:pt x="243737" y="90637"/>
                    </a:cubicBezTo>
                    <a:cubicBezTo>
                      <a:pt x="243750" y="89418"/>
                      <a:pt x="242770" y="88420"/>
                      <a:pt x="241550" y="88406"/>
                    </a:cubicBezTo>
                    <a:cubicBezTo>
                      <a:pt x="241544" y="88406"/>
                      <a:pt x="241535" y="88406"/>
                      <a:pt x="241528" y="88406"/>
                    </a:cubicBezTo>
                    <a:close/>
                  </a:path>
                </a:pathLst>
              </a:custGeom>
              <a:grpFill/>
              <a:ln w="2207" cap="flat">
                <a:noFill/>
                <a:prstDash val="solid"/>
                <a:miter/>
              </a:ln>
            </p:spPr>
            <p:txBody>
              <a:bodyPr rtlCol="0" anchor="ctr"/>
              <a:p>
                <a:endParaRPr lang="zh-CN" altLang="en-US">
                  <a:latin typeface="+mj-ea"/>
                  <a:ea typeface="+mj-ea"/>
                </a:endParaRPr>
              </a:p>
            </p:txBody>
          </p:sp>
        </p:grpSp>
      </p:grpSp>
      <p:sp>
        <p:nvSpPr>
          <p:cNvPr id="1049044" name="矩形: 圆角 32"/>
          <p:cNvSpPr/>
          <p:nvPr userDrawn="1">
            <p:custDataLst>
              <p:tags r:id="rId11"/>
            </p:custDataLst>
          </p:nvPr>
        </p:nvSpPr>
        <p:spPr>
          <a:xfrm>
            <a:off x="6383382" y="1155700"/>
            <a:ext cx="781807" cy="779780"/>
          </a:xfrm>
          <a:prstGeom prst="roundRect">
            <a:avLst>
              <a:gd name="adj" fmla="val 19086"/>
            </a:avLst>
          </a:prstGeom>
          <a:solidFill>
            <a:srgbClr val="1E66CB"/>
          </a:solidFill>
          <a:ln w="317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bg1"/>
              </a:solidFill>
            </a:endParaRPr>
          </a:p>
        </p:txBody>
      </p:sp>
      <p:sp>
        <p:nvSpPr>
          <p:cNvPr id="1049045" name="文本占位符 2"/>
          <p:cNvSpPr>
            <a:spLocks noGrp="1"/>
          </p:cNvSpPr>
          <p:nvPr>
            <p:ph type="body" sz="quarter" idx="13" hasCustomPrompt="1"/>
            <p:custDataLst>
              <p:tags r:id="rId12"/>
            </p:custDataLst>
          </p:nvPr>
        </p:nvSpPr>
        <p:spPr>
          <a:xfrm>
            <a:off x="6478012" y="1340485"/>
            <a:ext cx="739891" cy="502285"/>
          </a:xfrm>
          <a:prstGeom prst="rect">
            <a:avLst/>
          </a:prstGeom>
        </p:spPr>
        <p:txBody>
          <a:bodyPr>
            <a:noAutofit/>
          </a:bodyPr>
          <a:lstStyle>
            <a:lvl1pPr marL="0" indent="0" algn="l" defTabSz="914400" rtl="0" eaLnBrk="1" latinLnBrk="0" hangingPunct="1">
              <a:lnSpc>
                <a:spcPct val="80000"/>
              </a:lnSpc>
              <a:buNone/>
              <a:defRPr kumimoji="1" lang="zh-CN" altLang="en-US" sz="3200" b="1" kern="1200" smtClean="0">
                <a:solidFill>
                  <a:schemeClr val="bg1"/>
                </a:solidFill>
                <a:latin typeface="微软雅黑" panose="020B0503020204020204" charset="-122"/>
                <a:ea typeface="微软雅黑" panose="020B0503020204020204" charset="-122"/>
                <a:cs typeface="Arial" panose="020B0604020202020204" pitchFamily="34" charset="0"/>
              </a:defRPr>
            </a:lvl1pPr>
            <a:lvl2pPr marL="0" algn="l" defTabSz="914400" rtl="0" eaLnBrk="1" latinLnBrk="0" hangingPunct="1">
              <a:lnSpc>
                <a:spcPct val="150000"/>
              </a:lnSpc>
              <a:defRPr kumimoji="1" lang="zh-CN" altLang="en-US" sz="2800" kern="1200" smtClean="0">
                <a:solidFill>
                  <a:schemeClr val="bg1"/>
                </a:solidFill>
                <a:latin typeface="思源黑体 CN Regular" panose="020B0500000000000000" pitchFamily="34" charset="-128"/>
                <a:ea typeface="思源黑体 CN Regular" panose="020B0500000000000000" pitchFamily="34" charset="-128"/>
                <a:cs typeface="+mn-cs"/>
              </a:defRPr>
            </a:lvl2pPr>
            <a:lvl3pPr marL="0" algn="l" defTabSz="914400" rtl="0" eaLnBrk="1" latinLnBrk="0" hangingPunct="1">
              <a:lnSpc>
                <a:spcPct val="150000"/>
              </a:lnSpc>
              <a:defRPr kumimoji="1" lang="zh-CN" altLang="en-US" sz="2800" kern="1200" smtClean="0">
                <a:solidFill>
                  <a:schemeClr val="bg1"/>
                </a:solidFill>
                <a:latin typeface="思源黑体 CN Regular" panose="020B0500000000000000" pitchFamily="34" charset="-128"/>
                <a:ea typeface="思源黑体 CN Regular" panose="020B0500000000000000" pitchFamily="34" charset="-128"/>
                <a:cs typeface="+mn-cs"/>
              </a:defRPr>
            </a:lvl3pPr>
            <a:lvl4pPr marL="0" algn="l" defTabSz="914400" rtl="0" eaLnBrk="1" latinLnBrk="0" hangingPunct="1">
              <a:lnSpc>
                <a:spcPct val="150000"/>
              </a:lnSpc>
              <a:defRPr kumimoji="1" lang="zh-CN" altLang="en-US" sz="2800" kern="1200" smtClean="0">
                <a:solidFill>
                  <a:schemeClr val="bg1"/>
                </a:solidFill>
                <a:latin typeface="思源黑体 CN Regular" panose="020B0500000000000000" pitchFamily="34" charset="-128"/>
                <a:ea typeface="思源黑体 CN Regular" panose="020B0500000000000000" pitchFamily="34" charset="-128"/>
                <a:cs typeface="+mn-cs"/>
              </a:defRPr>
            </a:lvl4pPr>
            <a:lvl5pPr marL="0" algn="l" defTabSz="914400" rtl="0" eaLnBrk="1" latinLnBrk="0" hangingPunct="1">
              <a:lnSpc>
                <a:spcPct val="150000"/>
              </a:lnSpc>
              <a:defRPr kumimoji="1" lang="zh-CN" altLang="en-US" sz="2800" kern="1200">
                <a:solidFill>
                  <a:schemeClr val="bg1"/>
                </a:solidFill>
                <a:latin typeface="思源黑体 CN Regular" panose="020B0500000000000000" pitchFamily="34" charset="-128"/>
                <a:ea typeface="思源黑体 CN Regular" panose="020B0500000000000000" pitchFamily="34" charset="-128"/>
                <a:cs typeface="+mn-cs"/>
              </a:defRPr>
            </a:lvl5pPr>
          </a:lstStyle>
          <a:p>
            <a:pPr lvl="0"/>
            <a:r>
              <a:rPr lang="en-US" altLang="zh-CN" dirty="0"/>
              <a:t>01</a:t>
            </a:r>
            <a:endParaRPr lang="en-US" altLang="zh-CN" dirty="0"/>
          </a:p>
        </p:txBody>
      </p:sp>
      <p:sp>
        <p:nvSpPr>
          <p:cNvPr id="1049046" name="文本占位符 18"/>
          <p:cNvSpPr>
            <a:spLocks noGrp="1"/>
          </p:cNvSpPr>
          <p:nvPr>
            <p:ph type="body" sz="quarter" idx="15" hasCustomPrompt="1"/>
            <p:custDataLst>
              <p:tags r:id="rId13"/>
            </p:custDataLst>
          </p:nvPr>
        </p:nvSpPr>
        <p:spPr>
          <a:xfrm>
            <a:off x="6312216" y="2084116"/>
            <a:ext cx="3745000" cy="3433116"/>
          </a:xfrm>
          <a:prstGeom prst="rect">
            <a:avLst/>
          </a:prstGeom>
        </p:spPr>
        <p:txBody>
          <a:bodyPr>
            <a:noAutofit/>
          </a:bodyPr>
          <a:lstStyle>
            <a:lvl1pPr marL="0" indent="0" algn="l" defTabSz="914400" rtl="0" eaLnBrk="1" latinLnBrk="0" hangingPunct="1">
              <a:lnSpc>
                <a:spcPct val="150000"/>
              </a:lnSpc>
              <a:buNone/>
              <a:defRPr kumimoji="1" lang="zh-CN" altLang="en-US" sz="3200" b="1" kern="1200" baseline="0" smtClean="0">
                <a:solidFill>
                  <a:srgbClr val="3A70D3"/>
                </a:solidFill>
                <a:latin typeface="微软雅黑" panose="020B0503020204020204" charset="-122"/>
                <a:ea typeface="微软雅黑" panose="020B0503020204020204" charset="-122"/>
                <a:cs typeface="Arial" panose="020B0604020202020204" pitchFamily="34" charset="0"/>
              </a:defRPr>
            </a:lvl1pPr>
            <a:lvl2pPr marL="0" algn="l" defTabSz="914400" rtl="0" eaLnBrk="1" latinLnBrk="0" hangingPunct="1">
              <a:lnSpc>
                <a:spcPct val="150000"/>
              </a:lnSpc>
              <a:defRPr kumimoji="1" lang="zh-CN" altLang="en-US" sz="2800" kern="1200" smtClean="0">
                <a:solidFill>
                  <a:schemeClr val="bg1"/>
                </a:solidFill>
                <a:latin typeface="思源黑体 CN Regular" panose="020B0500000000000000" pitchFamily="34" charset="-128"/>
                <a:ea typeface="思源黑体 CN Regular" panose="020B0500000000000000" pitchFamily="34" charset="-128"/>
                <a:cs typeface="+mn-cs"/>
              </a:defRPr>
            </a:lvl2pPr>
            <a:lvl3pPr marL="0" algn="l" defTabSz="914400" rtl="0" eaLnBrk="1" latinLnBrk="0" hangingPunct="1">
              <a:lnSpc>
                <a:spcPct val="150000"/>
              </a:lnSpc>
              <a:defRPr kumimoji="1" lang="zh-CN" altLang="en-US" sz="2800" kern="1200" smtClean="0">
                <a:solidFill>
                  <a:schemeClr val="bg1"/>
                </a:solidFill>
                <a:latin typeface="思源黑体 CN Regular" panose="020B0500000000000000" pitchFamily="34" charset="-128"/>
                <a:ea typeface="思源黑体 CN Regular" panose="020B0500000000000000" pitchFamily="34" charset="-128"/>
                <a:cs typeface="+mn-cs"/>
              </a:defRPr>
            </a:lvl3pPr>
            <a:lvl4pPr marL="0" algn="l" defTabSz="914400" rtl="0" eaLnBrk="1" latinLnBrk="0" hangingPunct="1">
              <a:lnSpc>
                <a:spcPct val="150000"/>
              </a:lnSpc>
              <a:defRPr kumimoji="1" lang="zh-CN" altLang="en-US" sz="2800" kern="1200" smtClean="0">
                <a:solidFill>
                  <a:schemeClr val="bg1"/>
                </a:solidFill>
                <a:latin typeface="思源黑体 CN Regular" panose="020B0500000000000000" pitchFamily="34" charset="-128"/>
                <a:ea typeface="思源黑体 CN Regular" panose="020B0500000000000000" pitchFamily="34" charset="-128"/>
                <a:cs typeface="+mn-cs"/>
              </a:defRPr>
            </a:lvl4pPr>
            <a:lvl5pPr marL="0" algn="l" defTabSz="914400" rtl="0" eaLnBrk="1" latinLnBrk="0" hangingPunct="1">
              <a:lnSpc>
                <a:spcPct val="150000"/>
              </a:lnSpc>
              <a:defRPr kumimoji="1" lang="zh-CN" altLang="en-US" sz="2800" kern="1200">
                <a:solidFill>
                  <a:schemeClr val="bg1"/>
                </a:solidFill>
                <a:latin typeface="思源黑体 CN Regular" panose="020B0500000000000000" pitchFamily="34" charset="-128"/>
                <a:ea typeface="思源黑体 CN Regular" panose="020B0500000000000000" pitchFamily="34" charset="-128"/>
                <a:cs typeface="+mn-cs"/>
              </a:defRPr>
            </a:lvl5pPr>
          </a:lstStyle>
          <a:p>
            <a:pPr lvl="0"/>
            <a:r>
              <a:rPr lang="zh-CN" altLang="en-US" dirty="0" smtClean="0">
                <a:sym typeface="+mn-ea"/>
              </a:rPr>
              <a:t>单击此处编辑</a:t>
            </a:r>
            <a:r>
              <a:rPr lang="zh-CN" altLang="en-US" dirty="0" smtClean="0">
                <a:sym typeface="+mn-ea"/>
              </a:rPr>
              <a:t>章标题 </a:t>
            </a:r>
            <a:r>
              <a:rPr lang="zh-CN" altLang="en-US" dirty="0" smtClean="0">
                <a:sym typeface="+mn-ea"/>
              </a:rPr>
              <a:t>微软雅黑</a:t>
            </a:r>
            <a:r>
              <a:rPr lang="en-US" altLang="zh-CN" dirty="0" smtClean="0">
                <a:sym typeface="+mn-ea"/>
              </a:rPr>
              <a:t>32</a:t>
            </a:r>
            <a:r>
              <a:rPr lang="zh-CN" altLang="en-US" dirty="0" smtClean="0">
                <a:sym typeface="+mn-ea"/>
              </a:rPr>
              <a:t>号</a:t>
            </a:r>
            <a:endParaRPr dirty="0">
              <a:sym typeface="+mn-ea"/>
            </a:endParaRPr>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noFill/>
        <a:effectLst/>
      </p:bgPr>
    </p:bg>
    <p:spTree>
      <p:nvGrpSpPr>
        <p:cNvPr id="43" name=""/>
        <p:cNvGrpSpPr/>
        <p:nvPr/>
      </p:nvGrpSpPr>
      <p:grpSpPr>
        <a:xfrm>
          <a:off x="0" y="0"/>
          <a:ext cx="0" cy="0"/>
          <a:chOff x="0" y="0"/>
          <a:chExt cx="0" cy="0"/>
        </a:xfrm>
      </p:grpSpPr>
      <p:sp>
        <p:nvSpPr>
          <p:cNvPr id="1048587" name="文本占位符 10"/>
          <p:cNvSpPr>
            <a:spLocks noGrp="1"/>
          </p:cNvSpPr>
          <p:nvPr>
            <p:ph type="body" sz="quarter" idx="12" hasCustomPrompt="1"/>
            <p:custDataLst>
              <p:tags r:id="rId2"/>
            </p:custDataLst>
          </p:nvPr>
        </p:nvSpPr>
        <p:spPr>
          <a:xfrm>
            <a:off x="623246" y="1124892"/>
            <a:ext cx="9236034" cy="461665"/>
          </a:xfrm>
          <a:prstGeom prst="rect">
            <a:avLst/>
          </a:prstGeom>
        </p:spPr>
        <p:txBody>
          <a:bodyPr/>
          <a:lstStyle>
            <a:lvl1pPr marL="0" indent="0">
              <a:lnSpc>
                <a:spcPct val="100000"/>
              </a:lnSpc>
              <a:spcAft>
                <a:spcPts val="0"/>
              </a:spcAft>
              <a:buNone/>
              <a:defRPr lang="zh-CN" altLang="en-US" sz="1800" b="0" u="none" strike="noStrike" kern="1200" cap="none" spc="0" normalizeH="0" baseline="0">
                <a:solidFill>
                  <a:srgbClr val="3A70D3"/>
                </a:solidFill>
                <a:latin typeface="微软雅黑" panose="020B0503020204020204" charset="-122"/>
                <a:ea typeface="微软雅黑" panose="020B0503020204020204" charset="-122"/>
                <a:cs typeface="Arial" panose="020B0604020202020204" pitchFamily="34" charset="0"/>
              </a:defRPr>
            </a:lvl1pPr>
          </a:lstStyle>
          <a:p>
            <a:pPr lvl="0"/>
            <a:r>
              <a:rPr lang="zh-CN" altLang="en-US" dirty="0" smtClean="0">
                <a:sym typeface="+mn-ea"/>
              </a:rPr>
              <a:t>单击输入标题文字</a:t>
            </a:r>
            <a:r>
              <a:rPr lang="zh-CN" altLang="en-US" dirty="0" smtClean="0"/>
              <a:t> </a:t>
            </a:r>
            <a:r>
              <a:rPr lang="zh-CN" altLang="en-US" dirty="0" smtClean="0">
                <a:sym typeface="+mn-ea"/>
              </a:rPr>
              <a:t>微软雅黑</a:t>
            </a:r>
            <a:r>
              <a:rPr lang="en-US" altLang="zh-CN" dirty="0" smtClean="0">
                <a:sym typeface="+mn-ea"/>
              </a:rPr>
              <a:t>18</a:t>
            </a:r>
            <a:r>
              <a:rPr lang="zh-CN" altLang="en-US" dirty="0" smtClean="0">
                <a:sym typeface="+mn-ea"/>
              </a:rPr>
              <a:t>号</a:t>
            </a:r>
            <a:endParaRPr lang="zh-CN" altLang="en-US" dirty="0"/>
          </a:p>
        </p:txBody>
      </p:sp>
      <p:sp>
        <p:nvSpPr>
          <p:cNvPr id="1048588" name="文本占位符 1"/>
          <p:cNvSpPr>
            <a:spLocks noGrp="1"/>
          </p:cNvSpPr>
          <p:nvPr>
            <p:ph type="body" sz="quarter" idx="13" hasCustomPrompt="1"/>
            <p:custDataLst>
              <p:tags r:id="rId3"/>
            </p:custDataLst>
          </p:nvPr>
        </p:nvSpPr>
        <p:spPr>
          <a:xfrm>
            <a:off x="623032" y="1616710"/>
            <a:ext cx="10900843" cy="4874895"/>
          </a:xfrm>
          <a:prstGeom prst="rect">
            <a:avLst/>
          </a:prstGeom>
        </p:spPr>
        <p:txBody>
          <a:bodyPr/>
          <a:lstStyle>
            <a:lvl1pPr marL="0" indent="0">
              <a:lnSpc>
                <a:spcPct val="100000"/>
              </a:lnSpc>
              <a:spcAft>
                <a:spcPts val="0"/>
              </a:spcAft>
              <a:buNone/>
              <a:defRPr lang="zh-CN" altLang="en-US" sz="1400" b="0" u="none" strike="noStrike" kern="1200" cap="none" spc="0" normalizeH="0" baseline="0">
                <a:solidFill>
                  <a:schemeClr val="tx1"/>
                </a:solidFill>
                <a:latin typeface="微软雅黑" panose="020B0503020204020204" charset="-122"/>
                <a:ea typeface="微软雅黑" panose="020B0503020204020204" charset="-122"/>
                <a:cs typeface="Arial" panose="020B0604020202020204" pitchFamily="34" charset="0"/>
              </a:defRPr>
            </a:lvl1pPr>
          </a:lstStyle>
          <a:p>
            <a:pPr lvl="0"/>
            <a:r>
              <a:rPr lang="zh-CN" altLang="en-US" dirty="0" smtClean="0">
                <a:sym typeface="+mn-ea"/>
              </a:rPr>
              <a:t>单击输入正文内容单击输入正文内容单击输入正文内容单击输入正文内容</a:t>
            </a:r>
            <a:endParaRPr lang="zh-CN" altLang="en-US" dirty="0"/>
          </a:p>
        </p:txBody>
      </p:sp>
      <p:sp>
        <p:nvSpPr>
          <p:cNvPr id="1048589" name="文本占位符 3"/>
          <p:cNvSpPr>
            <a:spLocks noGrp="1"/>
          </p:cNvSpPr>
          <p:nvPr>
            <p:ph type="body" sz="quarter" idx="14" hasCustomPrompt="1"/>
            <p:custDataLst>
              <p:tags r:id="rId4"/>
            </p:custDataLst>
          </p:nvPr>
        </p:nvSpPr>
        <p:spPr>
          <a:xfrm>
            <a:off x="1413731" y="366395"/>
            <a:ext cx="7705659" cy="461645"/>
          </a:xfrm>
          <a:prstGeom prst="rect">
            <a:avLst/>
          </a:prstGeom>
        </p:spPr>
        <p:txBody>
          <a:bodyPr/>
          <a:lstStyle>
            <a:lvl1pPr marL="0" indent="0">
              <a:lnSpc>
                <a:spcPct val="100000"/>
              </a:lnSpc>
              <a:spcAft>
                <a:spcPts val="0"/>
              </a:spcAft>
              <a:buNone/>
              <a:defRPr lang="zh-CN" altLang="en-US" sz="2000" b="1" u="none" strike="noStrike" kern="1200" cap="none" spc="0" normalizeH="0" baseline="0">
                <a:solidFill>
                  <a:srgbClr val="3A70D3"/>
                </a:solidFill>
                <a:latin typeface="微软雅黑" panose="020B0503020204020204" charset="-122"/>
                <a:ea typeface="微软雅黑" panose="020B0503020204020204" charset="-122"/>
                <a:cs typeface="Arial" panose="020B0604020202020204" pitchFamily="34" charset="0"/>
              </a:defRPr>
            </a:lvl1pPr>
          </a:lstStyle>
          <a:p>
            <a:pPr lvl="0"/>
            <a:r>
              <a:rPr lang="zh-CN" altLang="en-US" dirty="0" smtClean="0">
                <a:sym typeface="+mn-ea"/>
              </a:rPr>
              <a:t>单击此处输入标题文字 微软雅黑</a:t>
            </a:r>
            <a:r>
              <a:rPr lang="en-US" altLang="zh-CN" dirty="0" smtClean="0">
                <a:sym typeface="+mn-ea"/>
              </a:rPr>
              <a:t>20</a:t>
            </a:r>
            <a:r>
              <a:rPr lang="zh-CN" altLang="en-US" dirty="0" smtClean="0">
                <a:sym typeface="+mn-ea"/>
              </a:rPr>
              <a:t>号</a:t>
            </a:r>
            <a:endParaRPr lang="zh-CN" altLang="en-US" dirty="0"/>
          </a:p>
        </p:txBody>
      </p:sp>
      <p:sp>
        <p:nvSpPr>
          <p:cNvPr id="1048590" name="文本占位符 5"/>
          <p:cNvSpPr>
            <a:spLocks noGrp="1"/>
          </p:cNvSpPr>
          <p:nvPr>
            <p:ph type="body" sz="quarter" idx="15" hasCustomPrompt="1"/>
            <p:custDataLst>
              <p:tags r:id="rId5"/>
            </p:custDataLst>
          </p:nvPr>
        </p:nvSpPr>
        <p:spPr>
          <a:xfrm>
            <a:off x="985039" y="386715"/>
            <a:ext cx="666854" cy="372745"/>
          </a:xfrm>
          <a:prstGeom prst="rect">
            <a:avLst/>
          </a:prstGeom>
        </p:spPr>
        <p:txBody>
          <a:bodyPr/>
          <a:lstStyle>
            <a:lvl1pPr marL="0" indent="0">
              <a:lnSpc>
                <a:spcPct val="90000"/>
              </a:lnSpc>
              <a:spcAft>
                <a:spcPts val="0"/>
              </a:spcAft>
              <a:buNone/>
              <a:defRPr lang="zh-CN" altLang="en-US" sz="2000" b="1" u="none" strike="noStrike" kern="1200" cap="none" spc="0" normalizeH="0" baseline="0">
                <a:solidFill>
                  <a:srgbClr val="3A70D3"/>
                </a:solidFill>
                <a:latin typeface="微软雅黑" panose="020B0503020204020204" charset="-122"/>
                <a:ea typeface="微软雅黑" panose="020B0503020204020204" charset="-122"/>
                <a:cs typeface="Arial" panose="020B0604020202020204" pitchFamily="34" charset="0"/>
              </a:defRPr>
            </a:lvl1pPr>
          </a:lstStyle>
          <a:p>
            <a:pPr lvl="0"/>
            <a:r>
              <a:rPr lang="en-US" altLang="zh-CN" dirty="0"/>
              <a:t>01</a:t>
            </a:r>
            <a:endParaRPr lang="zh-CN" altLang="en-US" dirty="0"/>
          </a:p>
        </p:txBody>
      </p:sp>
      <p:grpSp>
        <p:nvGrpSpPr>
          <p:cNvPr id="44" name="组合 32"/>
          <p:cNvGrpSpPr/>
          <p:nvPr userDrawn="1"/>
        </p:nvGrpSpPr>
        <p:grpSpPr>
          <a:xfrm>
            <a:off x="619667" y="428796"/>
            <a:ext cx="291384" cy="274825"/>
            <a:chOff x="-1307521" y="2276237"/>
            <a:chExt cx="243545" cy="229741"/>
          </a:xfrm>
        </p:grpSpPr>
        <p:sp>
          <p:nvSpPr>
            <p:cNvPr id="1048591" name="矩形: 圆角 33"/>
            <p:cNvSpPr/>
            <p:nvPr>
              <p:custDataLst>
                <p:tags r:id="rId6"/>
              </p:custDataLst>
            </p:nvPr>
          </p:nvSpPr>
          <p:spPr>
            <a:xfrm>
              <a:off x="-1133681" y="2278357"/>
              <a:ext cx="67585" cy="67585"/>
            </a:xfrm>
            <a:prstGeom prst="roundRect">
              <a:avLst/>
            </a:prstGeom>
            <a:solidFill>
              <a:srgbClr val="60C7CE"/>
            </a:solidFill>
            <a:ln w="2207" cap="flat">
              <a:noFill/>
              <a:prstDash val="solid"/>
              <a:miter/>
            </a:ln>
          </p:spPr>
          <p:txBody>
            <a:bodyPr rtlCol="0" anchor="ctr"/>
            <a:p>
              <a:endParaRPr lang="zh-CN" altLang="en-US">
                <a:latin typeface="+mj-ea"/>
                <a:ea typeface="+mj-ea"/>
              </a:endParaRPr>
            </a:p>
          </p:txBody>
        </p:sp>
        <p:sp>
          <p:nvSpPr>
            <p:cNvPr id="1048592" name="任意多边形: 形状 34"/>
            <p:cNvSpPr/>
            <p:nvPr>
              <p:custDataLst>
                <p:tags r:id="rId7"/>
              </p:custDataLst>
            </p:nvPr>
          </p:nvSpPr>
          <p:spPr>
            <a:xfrm>
              <a:off x="-1307521" y="2276237"/>
              <a:ext cx="243545" cy="229741"/>
            </a:xfrm>
            <a:custGeom>
              <a:avLst/>
              <a:gdLst>
                <a:gd name="connsiteX0" fmla="*/ 241528 w 243545"/>
                <a:gd name="connsiteY0" fmla="*/ 88406 h 229741"/>
                <a:gd name="connsiteX1" fmla="*/ 203384 w 243545"/>
                <a:gd name="connsiteY1" fmla="*/ 88406 h 229741"/>
                <a:gd name="connsiteX2" fmla="*/ 201169 w 243545"/>
                <a:gd name="connsiteY2" fmla="*/ 90608 h 229741"/>
                <a:gd name="connsiteX3" fmla="*/ 201176 w 243545"/>
                <a:gd name="connsiteY3" fmla="*/ 90792 h 229741"/>
                <a:gd name="connsiteX4" fmla="*/ 200314 w 243545"/>
                <a:gd name="connsiteY4" fmla="*/ 149543 h 229741"/>
                <a:gd name="connsiteX5" fmla="*/ 159763 w 243545"/>
                <a:gd name="connsiteY5" fmla="*/ 189741 h 229741"/>
                <a:gd name="connsiteX6" fmla="*/ 85573 w 243545"/>
                <a:gd name="connsiteY6" fmla="*/ 189741 h 229741"/>
                <a:gd name="connsiteX7" fmla="*/ 45044 w 243545"/>
                <a:gd name="connsiteY7" fmla="*/ 149388 h 229741"/>
                <a:gd name="connsiteX8" fmla="*/ 45044 w 243545"/>
                <a:gd name="connsiteY8" fmla="*/ 79572 h 229741"/>
                <a:gd name="connsiteX9" fmla="*/ 85176 w 243545"/>
                <a:gd name="connsiteY9" fmla="*/ 39307 h 229741"/>
                <a:gd name="connsiteX10" fmla="*/ 153291 w 243545"/>
                <a:gd name="connsiteY10" fmla="*/ 38755 h 229741"/>
                <a:gd name="connsiteX11" fmla="*/ 155690 w 243545"/>
                <a:gd name="connsiteY11" fmla="*/ 36754 h 229741"/>
                <a:gd name="connsiteX12" fmla="*/ 155699 w 243545"/>
                <a:gd name="connsiteY12" fmla="*/ 36547 h 229741"/>
                <a:gd name="connsiteX13" fmla="*/ 155699 w 243545"/>
                <a:gd name="connsiteY13" fmla="*/ 2842 h 229741"/>
                <a:gd name="connsiteX14" fmla="*/ 153490 w 243545"/>
                <a:gd name="connsiteY14" fmla="*/ 633 h 229741"/>
                <a:gd name="connsiteX15" fmla="*/ 73757 w 243545"/>
                <a:gd name="connsiteY15" fmla="*/ 1738 h 229741"/>
                <a:gd name="connsiteX16" fmla="*/ 2549 w 243545"/>
                <a:gd name="connsiteY16" fmla="*/ 73365 h 229741"/>
                <a:gd name="connsiteX17" fmla="*/ 2549 w 243545"/>
                <a:gd name="connsiteY17" fmla="*/ 155837 h 229741"/>
                <a:gd name="connsiteX18" fmla="*/ 74971 w 243545"/>
                <a:gd name="connsiteY18" fmla="*/ 227575 h 229741"/>
                <a:gd name="connsiteX19" fmla="*/ 170254 w 243545"/>
                <a:gd name="connsiteY19" fmla="*/ 227575 h 229741"/>
                <a:gd name="connsiteX20" fmla="*/ 242633 w 243545"/>
                <a:gd name="connsiteY20" fmla="*/ 156500 h 229741"/>
                <a:gd name="connsiteX21" fmla="*/ 243737 w 243545"/>
                <a:gd name="connsiteY21" fmla="*/ 90637 h 229741"/>
                <a:gd name="connsiteX22" fmla="*/ 241550 w 243545"/>
                <a:gd name="connsiteY22" fmla="*/ 88406 h 229741"/>
                <a:gd name="connsiteX23" fmla="*/ 241528 w 243545"/>
                <a:gd name="connsiteY23" fmla="*/ 88406 h 22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3545" h="229741">
                  <a:moveTo>
                    <a:pt x="241528" y="88406"/>
                  </a:moveTo>
                  <a:lnTo>
                    <a:pt x="203384" y="88406"/>
                  </a:lnTo>
                  <a:cubicBezTo>
                    <a:pt x="202165" y="88402"/>
                    <a:pt x="201173" y="89389"/>
                    <a:pt x="201169" y="90608"/>
                  </a:cubicBezTo>
                  <a:cubicBezTo>
                    <a:pt x="201169" y="90670"/>
                    <a:pt x="201171" y="90730"/>
                    <a:pt x="201176" y="90792"/>
                  </a:cubicBezTo>
                  <a:cubicBezTo>
                    <a:pt x="202589" y="110363"/>
                    <a:pt x="202302" y="130020"/>
                    <a:pt x="200314" y="149543"/>
                  </a:cubicBezTo>
                  <a:cubicBezTo>
                    <a:pt x="198046" y="170865"/>
                    <a:pt x="181105" y="187660"/>
                    <a:pt x="159763" y="189741"/>
                  </a:cubicBezTo>
                  <a:cubicBezTo>
                    <a:pt x="135094" y="192214"/>
                    <a:pt x="110242" y="192214"/>
                    <a:pt x="85573" y="189741"/>
                  </a:cubicBezTo>
                  <a:cubicBezTo>
                    <a:pt x="64191" y="187629"/>
                    <a:pt x="47248" y="170762"/>
                    <a:pt x="45044" y="149388"/>
                  </a:cubicBezTo>
                  <a:cubicBezTo>
                    <a:pt x="42636" y="126179"/>
                    <a:pt x="42636" y="102783"/>
                    <a:pt x="45044" y="79572"/>
                  </a:cubicBezTo>
                  <a:cubicBezTo>
                    <a:pt x="47197" y="58340"/>
                    <a:pt x="63950" y="41532"/>
                    <a:pt x="85176" y="39307"/>
                  </a:cubicBezTo>
                  <a:cubicBezTo>
                    <a:pt x="107817" y="37048"/>
                    <a:pt x="130617" y="36862"/>
                    <a:pt x="153291" y="38755"/>
                  </a:cubicBezTo>
                  <a:cubicBezTo>
                    <a:pt x="154506" y="38866"/>
                    <a:pt x="155579" y="37969"/>
                    <a:pt x="155690" y="36754"/>
                  </a:cubicBezTo>
                  <a:cubicBezTo>
                    <a:pt x="155697" y="36686"/>
                    <a:pt x="155699" y="36615"/>
                    <a:pt x="155699" y="36547"/>
                  </a:cubicBezTo>
                  <a:lnTo>
                    <a:pt x="155699" y="2842"/>
                  </a:lnTo>
                  <a:cubicBezTo>
                    <a:pt x="155699" y="1623"/>
                    <a:pt x="154709" y="633"/>
                    <a:pt x="153490" y="633"/>
                  </a:cubicBezTo>
                  <a:cubicBezTo>
                    <a:pt x="126917" y="-809"/>
                    <a:pt x="100279" y="-440"/>
                    <a:pt x="73757" y="1738"/>
                  </a:cubicBezTo>
                  <a:cubicBezTo>
                    <a:pt x="35752" y="5101"/>
                    <a:pt x="5689" y="35341"/>
                    <a:pt x="2549" y="73365"/>
                  </a:cubicBezTo>
                  <a:cubicBezTo>
                    <a:pt x="229" y="100808"/>
                    <a:pt x="229" y="128395"/>
                    <a:pt x="2549" y="155837"/>
                  </a:cubicBezTo>
                  <a:cubicBezTo>
                    <a:pt x="5926" y="194229"/>
                    <a:pt x="36549" y="224563"/>
                    <a:pt x="74971" y="227575"/>
                  </a:cubicBezTo>
                  <a:cubicBezTo>
                    <a:pt x="106679" y="230160"/>
                    <a:pt x="138546" y="230160"/>
                    <a:pt x="170254" y="227575"/>
                  </a:cubicBezTo>
                  <a:cubicBezTo>
                    <a:pt x="208478" y="224687"/>
                    <a:pt x="239050" y="194664"/>
                    <a:pt x="242633" y="156500"/>
                  </a:cubicBezTo>
                  <a:cubicBezTo>
                    <a:pt x="244468" y="134594"/>
                    <a:pt x="244837" y="112591"/>
                    <a:pt x="243737" y="90637"/>
                  </a:cubicBezTo>
                  <a:cubicBezTo>
                    <a:pt x="243750" y="89418"/>
                    <a:pt x="242770" y="88420"/>
                    <a:pt x="241550" y="88406"/>
                  </a:cubicBezTo>
                  <a:cubicBezTo>
                    <a:pt x="241544" y="88406"/>
                    <a:pt x="241535" y="88406"/>
                    <a:pt x="241528" y="88406"/>
                  </a:cubicBezTo>
                  <a:close/>
                </a:path>
              </a:pathLst>
            </a:custGeom>
            <a:solidFill>
              <a:srgbClr val="3A70D2"/>
            </a:solidFill>
            <a:ln w="2207" cap="flat">
              <a:noFill/>
              <a:prstDash val="solid"/>
              <a:miter/>
            </a:ln>
          </p:spPr>
          <p:txBody>
            <a:bodyPr rtlCol="0" anchor="ctr"/>
            <a:p>
              <a:endParaRPr lang="zh-CN" altLang="en-US">
                <a:latin typeface="+mj-ea"/>
                <a:ea typeface="+mj-ea"/>
              </a:endParaRPr>
            </a:p>
          </p:txBody>
        </p:sp>
      </p:gr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50" name=""/>
        <p:cNvGrpSpPr/>
        <p:nvPr/>
      </p:nvGrpSpPr>
      <p:grpSpPr>
        <a:xfrm>
          <a:off x="0" y="0"/>
          <a:ext cx="0" cy="0"/>
          <a:chOff x="0" y="0"/>
          <a:chExt cx="0" cy="0"/>
        </a:xfrm>
      </p:grpSpPr>
      <p:sp>
        <p:nvSpPr>
          <p:cNvPr id="1049047" name="灯片编号占位符 6"/>
          <p:cNvSpPr>
            <a:spLocks noGrp="1"/>
          </p:cNvSpPr>
          <p:nvPr>
            <p:ph type="sldNum" sz="quarter" idx="12"/>
          </p:nvPr>
        </p:nvSpPr>
        <p:spPr>
          <a:xfrm>
            <a:off x="8596879" y="6135709"/>
            <a:ext cx="2844875" cy="365125"/>
          </a:xfrm>
        </p:spPr>
        <p:txBody>
          <a:bodyPr/>
          <a:p>
            <a:fld id="{DD354233-DE63-4CDA-819C-E2FEDC1A0892}" type="slidenum">
              <a:rPr lang="zh-CN" altLang="en-US" smtClean="0"/>
            </a:fld>
            <a:endParaRPr lang="zh-CN" altLang="en-US"/>
          </a:p>
        </p:txBody>
      </p:sp>
      <p:sp>
        <p:nvSpPr>
          <p:cNvPr id="1049048" name="标题 7"/>
          <p:cNvSpPr>
            <a:spLocks noGrp="1"/>
          </p:cNvSpPr>
          <p:nvPr>
            <p:ph type="title"/>
            <p:custDataLst>
              <p:tags r:id="rId2"/>
            </p:custDataLst>
          </p:nvPr>
        </p:nvSpPr>
        <p:spPr>
          <a:xfrm>
            <a:off x="609616" y="274638"/>
            <a:ext cx="10973087" cy="1143000"/>
          </a:xfrm>
        </p:spPr>
        <p:txBody>
          <a:bodyPr/>
          <a:p>
            <a:endParaRPr lang="zh-CN" altLang="en-US"/>
          </a:p>
        </p:txBody>
      </p:sp>
      <p:sp>
        <p:nvSpPr>
          <p:cNvPr id="1049049" name="内容占位符 8"/>
          <p:cNvSpPr>
            <a:spLocks noGrp="1"/>
          </p:cNvSpPr>
          <p:nvPr>
            <p:ph idx="1"/>
            <p:custDataLst>
              <p:tags r:id="rId3"/>
            </p:custDataLst>
          </p:nvPr>
        </p:nvSpPr>
        <p:spPr>
          <a:xfrm>
            <a:off x="609616" y="1600201"/>
            <a:ext cx="10973087" cy="4525963"/>
          </a:xfrm>
        </p:spPr>
        <p:txBody>
          <a:bodyPr/>
          <a:p>
            <a:endParaRPr lang="zh-CN" altLang="en-US"/>
          </a:p>
        </p:txBody>
      </p:sp>
      <p:sp>
        <p:nvSpPr>
          <p:cNvPr id="1049050" name="灯片编号占位符 3"/>
          <p:cNvSpPr>
            <a:spLocks noGrp="1"/>
          </p:cNvSpPr>
          <p:nvPr userDrawn="1">
            <p:custDataLst>
              <p:tags r:id="rId4"/>
            </p:custDataLst>
          </p:nvPr>
        </p:nvSpPr>
        <p:spPr>
          <a:xfrm>
            <a:off x="8723899" y="6262709"/>
            <a:ext cx="2844875" cy="365125"/>
          </a:xfrm>
          <a:prstGeom prst="rect">
            <a:avLst/>
          </a:prstGeom>
        </p:spPr>
        <p:txBody>
          <a:bodyPr vert="horz" lIns="91440" tIns="45720" rIns="91440" bIns="45720" rtlCol="0" anchor="ctr"/>
          <a:lstStyle>
            <a:defPPr>
              <a:defRPr lang="zh-CN"/>
            </a:defPPr>
            <a:lvl1pPr marL="0" algn="r" defTabSz="914400" rtl="0" eaLnBrk="1" latinLnBrk="0" hangingPunct="1">
              <a:defRPr sz="900" kern="1200">
                <a:solidFill>
                  <a:srgbClr val="485157"/>
                </a:solidFill>
                <a:latin typeface="Montserrat Medium" panose="02010600030101010101" pitchFamily="2" charset="-122"/>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D354233-DE63-4CDA-819C-E2FEDC1A0892}" type="slidenum">
              <a:rPr lang="zh-CN" altLang="en-US" smtClean="0"/>
            </a:fld>
            <a:endParaRPr lang="zh-CN" altLang="en-US"/>
          </a:p>
        </p:txBody>
      </p:sp>
      <p:pic>
        <p:nvPicPr>
          <p:cNvPr id="2097309" name="Picture 8" descr="C:\Users\斌\Desktop\临时\封底_画板 1.jpg"/>
          <p:cNvPicPr>
            <a:picLocks noChangeAspect="1" noChangeArrowheads="1"/>
          </p:cNvPicPr>
          <p:nvPr userDrawn="1">
            <p:custDataLst>
              <p:tags r:id="rId5"/>
            </p:custDataLst>
          </p:nvPr>
        </p:nvPicPr>
        <p:blipFill>
          <a:blip r:embed="rId6"/>
          <a:srcRect/>
          <a:stretch>
            <a:fillRect/>
          </a:stretch>
        </p:blipFill>
        <p:spPr bwMode="auto">
          <a:xfrm>
            <a:off x="0" y="0"/>
            <a:ext cx="12195150" cy="6858000"/>
          </a:xfrm>
          <a:prstGeom prst="rect">
            <a:avLst/>
          </a:prstGeom>
          <a:noFill/>
        </p:spPr>
      </p:pic>
      <p:sp>
        <p:nvSpPr>
          <p:cNvPr id="1049051" name="TextBox 7"/>
          <p:cNvSpPr txBox="1"/>
          <p:nvPr userDrawn="1">
            <p:custDataLst>
              <p:tags r:id="rId7"/>
            </p:custDataLst>
          </p:nvPr>
        </p:nvSpPr>
        <p:spPr>
          <a:xfrm>
            <a:off x="1012975" y="5247796"/>
            <a:ext cx="1292860" cy="860425"/>
          </a:xfrm>
          <a:prstGeom prst="rect">
            <a:avLst/>
          </a:prstGeom>
          <a:noFill/>
        </p:spPr>
        <p:txBody>
          <a:bodyPr wrap="none" rtlCol="0">
            <a:spAutoFit/>
          </a:bodyPr>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Website</a:t>
            </a:r>
            <a:endPar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www.sofarsolar.com</a:t>
            </a:r>
            <a:endPar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Email</a:t>
            </a:r>
            <a:endPar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info@sofarsolar.com</a:t>
            </a:r>
            <a:endParaRPr lang="zh-CN" altLang="en-US"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p:txBody>
      </p:sp>
      <p:sp>
        <p:nvSpPr>
          <p:cNvPr id="1049052" name="TextBox 8"/>
          <p:cNvSpPr txBox="1"/>
          <p:nvPr userDrawn="1">
            <p:custDataLst>
              <p:tags r:id="rId8"/>
            </p:custDataLst>
          </p:nvPr>
        </p:nvSpPr>
        <p:spPr>
          <a:xfrm>
            <a:off x="2742563" y="5249336"/>
            <a:ext cx="2636520" cy="860425"/>
          </a:xfrm>
          <a:prstGeom prst="rect">
            <a:avLst/>
          </a:prstGeom>
          <a:noFill/>
        </p:spPr>
        <p:txBody>
          <a:bodyPr wrap="none" rtlCol="0">
            <a:spAutoFit/>
          </a:bodyPr>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Address</a:t>
            </a:r>
            <a:endPar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11th Floor, </a:t>
            </a:r>
            <a:r>
              <a:rPr lang="en-US" altLang="zh-CN" sz="1000" spc="-40" dirty="0" err="1"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Gaoxinqi</a:t>
            </a: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 Technology Building, </a:t>
            </a:r>
            <a:endPar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District 67, </a:t>
            </a:r>
            <a:r>
              <a:rPr lang="en-US" altLang="zh-CN" sz="1000" spc="-40" dirty="0" err="1"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Xingdong</a:t>
            </a: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 Community, </a:t>
            </a:r>
            <a:r>
              <a:rPr lang="en-US" altLang="zh-CN" sz="1000" spc="-40" dirty="0" err="1"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Xin'an</a:t>
            </a: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 </a:t>
            </a:r>
            <a:endPar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Street, </a:t>
            </a:r>
            <a:r>
              <a:rPr lang="en-US" altLang="zh-CN" sz="1000" spc="-40" dirty="0" err="1"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Bao'an</a:t>
            </a: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 District, Shenzhen, China</a:t>
            </a:r>
            <a:endParaRPr lang="zh-CN" altLang="en-US"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p:txBody>
      </p:sp>
      <p:pic>
        <p:nvPicPr>
          <p:cNvPr id="2097310" name="Picture 3" descr="C:\Users\斌\Desktop\临时\1_画板 1.png"/>
          <p:cNvPicPr>
            <a:picLocks noChangeAspect="1" noChangeArrowheads="1"/>
          </p:cNvPicPr>
          <p:nvPr userDrawn="1">
            <p:custDataLst>
              <p:tags r:id="rId9"/>
            </p:custDataLst>
          </p:nvPr>
        </p:nvPicPr>
        <p:blipFill>
          <a:blip r:embed="rId10"/>
          <a:srcRect/>
          <a:stretch>
            <a:fillRect/>
          </a:stretch>
        </p:blipFill>
        <p:spPr bwMode="auto">
          <a:xfrm>
            <a:off x="10638443" y="5341668"/>
            <a:ext cx="710057" cy="669600"/>
          </a:xfrm>
          <a:prstGeom prst="rect">
            <a:avLst/>
          </a:prstGeom>
          <a:noFill/>
        </p:spPr>
      </p:pic>
      <p:pic>
        <p:nvPicPr>
          <p:cNvPr id="2097311" name="Picture 4" descr="C:\Users\斌\Desktop\临时\小图标 01.png"/>
          <p:cNvPicPr>
            <a:picLocks noChangeAspect="1" noChangeArrowheads="1"/>
          </p:cNvPicPr>
          <p:nvPr userDrawn="1">
            <p:custDataLst>
              <p:tags r:id="rId11"/>
            </p:custDataLst>
          </p:nvPr>
        </p:nvPicPr>
        <p:blipFill>
          <a:blip r:embed="rId12"/>
          <a:srcRect/>
          <a:stretch>
            <a:fillRect/>
          </a:stretch>
        </p:blipFill>
        <p:spPr bwMode="auto">
          <a:xfrm>
            <a:off x="843899" y="5303886"/>
            <a:ext cx="164521" cy="164613"/>
          </a:xfrm>
          <a:prstGeom prst="rect">
            <a:avLst/>
          </a:prstGeom>
          <a:noFill/>
        </p:spPr>
      </p:pic>
      <p:pic>
        <p:nvPicPr>
          <p:cNvPr id="2097312" name="Picture 5" descr="C:\Users\斌\Desktop\临时\小图标 02.png"/>
          <p:cNvPicPr>
            <a:picLocks noChangeAspect="1" noChangeArrowheads="1"/>
          </p:cNvPicPr>
          <p:nvPr userDrawn="1">
            <p:custDataLst>
              <p:tags r:id="rId13"/>
            </p:custDataLst>
          </p:nvPr>
        </p:nvPicPr>
        <p:blipFill>
          <a:blip r:embed="rId14"/>
          <a:srcRect/>
          <a:stretch>
            <a:fillRect/>
          </a:stretch>
        </p:blipFill>
        <p:spPr bwMode="auto">
          <a:xfrm>
            <a:off x="843899" y="5709258"/>
            <a:ext cx="164521" cy="127940"/>
          </a:xfrm>
          <a:prstGeom prst="rect">
            <a:avLst/>
          </a:prstGeom>
          <a:noFill/>
        </p:spPr>
      </p:pic>
      <p:pic>
        <p:nvPicPr>
          <p:cNvPr id="2097313" name="Picture 6" descr="C:\Users\斌\Desktop\临时\小图标 03.png"/>
          <p:cNvPicPr>
            <a:picLocks noChangeAspect="1" noChangeArrowheads="1"/>
          </p:cNvPicPr>
          <p:nvPr userDrawn="1">
            <p:custDataLst>
              <p:tags r:id="rId15"/>
            </p:custDataLst>
          </p:nvPr>
        </p:nvPicPr>
        <p:blipFill>
          <a:blip r:embed="rId16"/>
          <a:srcRect/>
          <a:stretch>
            <a:fillRect/>
          </a:stretch>
        </p:blipFill>
        <p:spPr bwMode="auto">
          <a:xfrm>
            <a:off x="2588228" y="5300489"/>
            <a:ext cx="149169" cy="171407"/>
          </a:xfrm>
          <a:prstGeom prst="rect">
            <a:avLst/>
          </a:prstGeom>
          <a:noFill/>
        </p:spPr>
      </p:pic>
      <p:pic>
        <p:nvPicPr>
          <p:cNvPr id="2097314" name="图片 3" descr="ENERGY TO POWER YOUR LIFE"/>
          <p:cNvPicPr>
            <a:picLocks noChangeAspect="1"/>
          </p:cNvPicPr>
          <p:nvPr userDrawn="1">
            <p:custDataLst>
              <p:tags r:id="rId17"/>
            </p:custDataLst>
          </p:nvPr>
        </p:nvPicPr>
        <p:blipFill>
          <a:blip r:embed="rId18"/>
          <a:stretch>
            <a:fillRect/>
          </a:stretch>
        </p:blipFill>
        <p:spPr>
          <a:xfrm>
            <a:off x="844047" y="1772920"/>
            <a:ext cx="7127084" cy="1602740"/>
          </a:xfrm>
          <a:prstGeom prst="rect">
            <a:avLst/>
          </a:prstGeom>
        </p:spPr>
      </p:pic>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46" name=""/>
        <p:cNvGrpSpPr/>
        <p:nvPr/>
      </p:nvGrpSpPr>
      <p:grpSpPr>
        <a:xfrm>
          <a:off x="0" y="0"/>
          <a:ext cx="0" cy="0"/>
          <a:chOff x="0" y="0"/>
          <a:chExt cx="0" cy="0"/>
        </a:xfrm>
      </p:grpSpPr>
    </p:spTree>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51" name=""/>
        <p:cNvGrpSpPr/>
        <p:nvPr/>
      </p:nvGrpSpPr>
      <p:grpSpPr>
        <a:xfrm>
          <a:off x="0" y="0"/>
          <a:ext cx="0" cy="0"/>
          <a:chOff x="0" y="0"/>
          <a:chExt cx="0" cy="0"/>
        </a:xfrm>
      </p:grpSpPr>
      <p:sp>
        <p:nvSpPr>
          <p:cNvPr id="1049053" name="矩形 11"/>
          <p:cNvSpPr/>
          <p:nvPr userDrawn="1">
            <p:custDataLst>
              <p:tags r:id="rId2"/>
            </p:custDataLst>
          </p:nvPr>
        </p:nvSpPr>
        <p:spPr>
          <a:xfrm>
            <a:off x="-1" y="0"/>
            <a:ext cx="12192318" cy="6858000"/>
          </a:xfrm>
          <a:prstGeom prst="rect">
            <a:avLst/>
          </a:prstGeom>
          <a:solidFill>
            <a:srgbClr val="E1EA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noFill/>
              </a:rPr>
              <a:t>z</a:t>
            </a:r>
            <a:endParaRPr lang="en-US" altLang="zh-CN" dirty="0">
              <a:no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页1">
    <p:spTree>
      <p:nvGrpSpPr>
        <p:cNvPr id="152" name=""/>
        <p:cNvGrpSpPr/>
        <p:nvPr/>
      </p:nvGrpSpPr>
      <p:grpSpPr>
        <a:xfrm>
          <a:off x="0" y="0"/>
          <a:ext cx="0" cy="0"/>
          <a:chOff x="0" y="0"/>
          <a:chExt cx="0" cy="0"/>
        </a:xfrm>
      </p:grpSpPr>
      <p:pic>
        <p:nvPicPr>
          <p:cNvPr id="2097315" name="图片 1" descr="PPT内页背景2"/>
          <p:cNvPicPr>
            <a:picLocks noChangeAspect="1"/>
          </p:cNvPicPr>
          <p:nvPr userDrawn="1"/>
        </p:nvPicPr>
        <p:blipFill>
          <a:blip r:embed="rId2" cstate="email"/>
          <a:stretch>
            <a:fillRect/>
          </a:stretch>
        </p:blipFill>
        <p:spPr>
          <a:xfrm>
            <a:off x="-635" y="0"/>
            <a:ext cx="12192635" cy="6857365"/>
          </a:xfrm>
          <a:prstGeom prst="rect">
            <a:avLst/>
          </a:prstGeom>
        </p:spPr>
      </p:pic>
      <p:pic>
        <p:nvPicPr>
          <p:cNvPr id="2097316" name="图片 2" descr="电脑萤幕&#10;&#10;描述已自动生成"/>
          <p:cNvPicPr>
            <a:picLocks noChangeAspect="1"/>
          </p:cNvPicPr>
          <p:nvPr userDrawn="1"/>
        </p:nvPicPr>
        <p:blipFill>
          <a:blip r:embed="rId3" cstate="email"/>
          <a:stretch>
            <a:fillRect/>
          </a:stretch>
        </p:blipFill>
        <p:spPr>
          <a:xfrm>
            <a:off x="0" y="400050"/>
            <a:ext cx="1088737" cy="438150"/>
          </a:xfrm>
          <a:prstGeom prst="rect">
            <a:avLst/>
          </a:prstGeom>
        </p:spPr>
      </p:pic>
      <p:pic>
        <p:nvPicPr>
          <p:cNvPr id="2097317" name="图片 5" descr="文本&#10;&#10;描述已自动生成"/>
          <p:cNvPicPr>
            <a:picLocks noChangeAspect="1"/>
          </p:cNvPicPr>
          <p:nvPr userDrawn="1"/>
        </p:nvPicPr>
        <p:blipFill>
          <a:blip r:embed="rId4" cstate="email"/>
          <a:stretch>
            <a:fillRect/>
          </a:stretch>
        </p:blipFill>
        <p:spPr>
          <a:xfrm>
            <a:off x="10544271" y="445882"/>
            <a:ext cx="1273466" cy="329372"/>
          </a:xfrm>
          <a:prstGeom prst="rect">
            <a:avLst/>
          </a:prstGeom>
        </p:spPr>
      </p:pic>
      <p:sp>
        <p:nvSpPr>
          <p:cNvPr id="1049054" name="文本占位符 7"/>
          <p:cNvSpPr>
            <a:spLocks noGrp="1"/>
          </p:cNvSpPr>
          <p:nvPr>
            <p:ph type="body" sz="quarter" idx="10" hasCustomPrompt="1"/>
          </p:nvPr>
        </p:nvSpPr>
        <p:spPr>
          <a:xfrm>
            <a:off x="69338" y="422059"/>
            <a:ext cx="603739" cy="400110"/>
          </a:xfrm>
          <a:prstGeom prst="rect">
            <a:avLst/>
          </a:prstGeom>
        </p:spPr>
        <p:txBody>
          <a:bodyPr wrap="square">
            <a:spAutoFit/>
          </a:bodyPr>
          <a:lstStyle>
            <a:lvl1pPr marL="0" indent="0" algn="r" defTabSz="914400" rtl="0" eaLnBrk="1" latinLnBrk="0" hangingPunct="1">
              <a:lnSpc>
                <a:spcPct val="100000"/>
              </a:lnSpc>
              <a:spcBef>
                <a:spcPct val="0"/>
              </a:spcBef>
              <a:spcAft>
                <a:spcPts val="0"/>
              </a:spcAft>
              <a:buFont typeface="Arial" panose="020B0604020202020204" pitchFamily="34" charset="0"/>
              <a:buNone/>
              <a:defRPr lang="zh-CN" altLang="en-US" sz="2000" b="1" u="none" strike="noStrike" kern="1200" cap="none" spc="0" normalizeH="0" baseline="0">
                <a:solidFill>
                  <a:schemeClr val="accent4"/>
                </a:solidFill>
                <a:latin typeface="+mj-ea"/>
                <a:ea typeface="+mj-ea"/>
                <a:cs typeface="Arial" panose="020B0604020202020204" pitchFamily="34" charset="0"/>
              </a:defRPr>
            </a:lvl1pPr>
            <a:lvl2pPr>
              <a:defRPr lang="zh-CN" altLang="en-US" sz="1800" smtClean="0">
                <a:solidFill>
                  <a:schemeClr val="tx1"/>
                </a:solidFill>
              </a:defRPr>
            </a:lvl2pPr>
            <a:lvl3pPr>
              <a:defRPr lang="zh-CN" altLang="en-US" sz="1800" smtClean="0">
                <a:solidFill>
                  <a:schemeClr val="tx1"/>
                </a:solidFill>
              </a:defRPr>
            </a:lvl3pPr>
            <a:lvl4pPr>
              <a:defRPr lang="zh-CN" altLang="en-US" sz="1800" smtClean="0">
                <a:solidFill>
                  <a:schemeClr val="tx1"/>
                </a:solidFill>
              </a:defRPr>
            </a:lvl4pPr>
            <a:lvl5pPr>
              <a:defRPr lang="zh-CN" altLang="en-US" sz="1800">
                <a:solidFill>
                  <a:schemeClr val="tx1"/>
                </a:solidFill>
              </a:defRPr>
            </a:lvl5pPr>
          </a:lstStyle>
          <a:p>
            <a:pPr marL="0" lvl="0" indent="0" algn="r" defTabSz="914400" rtl="0" eaLnBrk="1" fontAlgn="auto" latinLnBrk="0" hangingPunct="1">
              <a:lnSpc>
                <a:spcPct val="100000"/>
              </a:lnSpc>
              <a:spcBef>
                <a:spcPct val="0"/>
              </a:spcBef>
              <a:spcAft>
                <a:spcPts val="0"/>
              </a:spcAft>
              <a:buFont typeface="Arial" panose="020B0604020202020204" pitchFamily="34" charset="0"/>
              <a:buNone/>
            </a:pPr>
            <a:r>
              <a:rPr lang="en-US" altLang="zh-CN" dirty="0"/>
              <a:t>01</a:t>
            </a:r>
            <a:endParaRPr lang="zh-CN" altLang="en-US" dirty="0"/>
          </a:p>
        </p:txBody>
      </p:sp>
      <p:sp>
        <p:nvSpPr>
          <p:cNvPr id="1049055" name="文本占位符 10"/>
          <p:cNvSpPr>
            <a:spLocks noGrp="1"/>
          </p:cNvSpPr>
          <p:nvPr>
            <p:ph type="body" sz="quarter" idx="12" hasCustomPrompt="1"/>
          </p:nvPr>
        </p:nvSpPr>
        <p:spPr>
          <a:xfrm>
            <a:off x="1047329" y="388292"/>
            <a:ext cx="9234591" cy="461665"/>
          </a:xfrm>
          <a:prstGeom prst="rect">
            <a:avLst/>
          </a:prstGeom>
        </p:spPr>
        <p:txBody>
          <a:bodyPr/>
          <a:lstStyle>
            <a:lvl1pPr marL="0" indent="0">
              <a:lnSpc>
                <a:spcPct val="100000"/>
              </a:lnSpc>
              <a:spcAft>
                <a:spcPts val="0"/>
              </a:spcAft>
              <a:buNone/>
              <a:defRPr lang="zh-CN" altLang="en-US" sz="2400" b="1" u="none" strike="noStrike" kern="1200" cap="none" spc="0" normalizeH="0" baseline="0" dirty="0">
                <a:solidFill>
                  <a:schemeClr val="accent4"/>
                </a:solidFill>
                <a:latin typeface="+mj-ea"/>
                <a:ea typeface="+mj-ea"/>
                <a:cs typeface="Arial" panose="020B0604020202020204" pitchFamily="34" charset="0"/>
              </a:defRPr>
            </a:lvl1pPr>
          </a:lstStyle>
          <a:p>
            <a:pPr lvl="0"/>
            <a:r>
              <a:rPr lang="zh-CN" altLang="en-US"/>
              <a:t>单击此处输入标题文字 微软雅黑</a:t>
            </a:r>
            <a:r>
              <a:rPr lang="en-US" altLang="zh-CN"/>
              <a:t>24</a:t>
            </a:r>
            <a:r>
              <a:rPr lang="zh-CN" altLang="en-US"/>
              <a:t>号</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a:lstStyle>
            <a:lvl1pPr algn="ctr">
              <a:defRPr sz="3200">
                <a:solidFill>
                  <a:schemeClr val="tx1"/>
                </a:solidFill>
                <a:latin typeface="+mj-ea"/>
                <a:ea typeface="+mj-ea"/>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1" Type="http://schemas.openxmlformats.org/officeDocument/2006/relationships/theme" Target="../theme/theme2.xml"/><Relationship Id="rId10" Type="http://schemas.openxmlformats.org/officeDocument/2006/relationships/image" Target="../media/image14.png"/><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3" name=""/>
        <p:cNvGrpSpPr/>
        <p:nvPr/>
      </p:nvGrpSpPr>
      <p:grpSpPr>
        <a:xfrm>
          <a:off x="0" y="0"/>
          <a:ext cx="0" cy="0"/>
          <a:chOff x="0" y="0"/>
          <a:chExt cx="0" cy="0"/>
        </a:xfrm>
      </p:grpSpPr>
      <p:pic>
        <p:nvPicPr>
          <p:cNvPr id="2097152" name="图片 4" descr="图片111"/>
          <p:cNvPicPr>
            <a:picLocks noChangeAspect="1"/>
          </p:cNvPicPr>
          <p:nvPr userDrawn="1"/>
        </p:nvPicPr>
        <p:blipFill>
          <a:blip r:embed="rId10"/>
          <a:stretch>
            <a:fillRect/>
          </a:stretch>
        </p:blipFill>
        <p:spPr>
          <a:xfrm>
            <a:off x="623032" y="476250"/>
            <a:ext cx="10940855" cy="313690"/>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3" Type="http://schemas.openxmlformats.org/officeDocument/2006/relationships/notesSlide" Target="../notesSlides/notesSlide1.xml"/><Relationship Id="rId12" Type="http://schemas.openxmlformats.org/officeDocument/2006/relationships/slideLayout" Target="../slideLayouts/slideLayout16.xml"/><Relationship Id="rId11" Type="http://schemas.openxmlformats.org/officeDocument/2006/relationships/image" Target="../media/image24.png"/><Relationship Id="rId10" Type="http://schemas.openxmlformats.org/officeDocument/2006/relationships/image" Target="../media/image23.png"/><Relationship Id="rId1" Type="http://schemas.openxmlformats.org/officeDocument/2006/relationships/tags" Target="../tags/tag54.xml"/></Relationships>
</file>

<file path=ppt/slides/_rels/slide3.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25.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1" Type="http://schemas.openxmlformats.org/officeDocument/2006/relationships/notesSlide" Target="../notesSlides/notesSlide2.xml"/><Relationship Id="rId10" Type="http://schemas.openxmlformats.org/officeDocument/2006/relationships/slideLayout" Target="../slideLayouts/slideLayout16.xml"/><Relationship Id="rId1" Type="http://schemas.openxmlformats.org/officeDocument/2006/relationships/tags" Target="../tags/tag55.xml"/></Relationships>
</file>

<file path=ppt/slides/_rels/slide4.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25.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1" Type="http://schemas.openxmlformats.org/officeDocument/2006/relationships/notesSlide" Target="../notesSlides/notesSlide3.xml"/><Relationship Id="rId10" Type="http://schemas.openxmlformats.org/officeDocument/2006/relationships/slideLayout" Target="../slideLayouts/slideLayout16.xml"/><Relationship Id="rId1" Type="http://schemas.openxmlformats.org/officeDocument/2006/relationships/tags" Target="../tags/tag56.xml"/></Relationships>
</file>

<file path=ppt/slides/_rels/slide5.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25.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1" Type="http://schemas.openxmlformats.org/officeDocument/2006/relationships/notesSlide" Target="../notesSlides/notesSlide4.xml"/><Relationship Id="rId10" Type="http://schemas.openxmlformats.org/officeDocument/2006/relationships/slideLayout" Target="../slideLayouts/slideLayout16.xml"/><Relationship Id="rId1" Type="http://schemas.openxmlformats.org/officeDocument/2006/relationships/tags" Target="../tags/tag57.xml"/></Relationships>
</file>

<file path=ppt/slides/_rels/slide6.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25.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1" Type="http://schemas.openxmlformats.org/officeDocument/2006/relationships/notesSlide" Target="../notesSlides/notesSlide5.xml"/><Relationship Id="rId10" Type="http://schemas.openxmlformats.org/officeDocument/2006/relationships/slideLayout" Target="../slideLayouts/slideLayout16.xml"/><Relationship Id="rId1" Type="http://schemas.openxmlformats.org/officeDocument/2006/relationships/tags" Target="../tags/tag58.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6.xml"/><Relationship Id="rId2" Type="http://schemas.openxmlformats.org/officeDocument/2006/relationships/image" Target="../media/image15.png"/><Relationship Id="rId1" Type="http://schemas.openxmlformats.org/officeDocument/2006/relationships/tags" Target="../tags/tag59.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6.xml"/><Relationship Id="rId2" Type="http://schemas.openxmlformats.org/officeDocument/2006/relationships/image" Target="../media/image15.png"/><Relationship Id="rId1" Type="http://schemas.openxmlformats.org/officeDocument/2006/relationships/tags" Target="../tags/tag60.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6.xml"/><Relationship Id="rId2" Type="http://schemas.openxmlformats.org/officeDocument/2006/relationships/image" Target="../media/image26.png"/><Relationship Id="rId1" Type="http://schemas.openxmlformats.org/officeDocument/2006/relationships/tags" Target="../tags/tag61.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6.xml"/><Relationship Id="rId2" Type="http://schemas.openxmlformats.org/officeDocument/2006/relationships/image" Target="../media/image26.png"/><Relationship Id="rId1" Type="http://schemas.openxmlformats.org/officeDocument/2006/relationships/tags" Target="../tags/tag62.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0.png"/><Relationship Id="rId6" Type="http://schemas.openxmlformats.org/officeDocument/2006/relationships/tags" Target="../tags/tag63.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1048584" name="副标题 2"/>
          <p:cNvSpPr>
            <a:spLocks noGrp="1"/>
          </p:cNvSpPr>
          <p:nvPr>
            <p:ph type="subTitle" idx="1"/>
          </p:nvPr>
        </p:nvSpPr>
        <p:spPr>
          <a:xfrm>
            <a:off x="767715" y="2240915"/>
            <a:ext cx="5835015" cy="2221865"/>
          </a:xfrm>
        </p:spPr>
        <p:txBody>
          <a:bodyPr/>
          <a:p>
            <a:pPr>
              <a:lnSpc>
                <a:spcPct val="150000"/>
              </a:lnSpc>
            </a:pPr>
            <a:r>
              <a:rPr lang="en-US" sz="3600" dirty="0"/>
              <a:t>Micro</a:t>
            </a:r>
            <a:r>
              <a:rPr lang="en-US" sz="3600" dirty="0"/>
              <a:t>-Grid Solution </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cxnSp>
        <p:nvCxnSpPr>
          <p:cNvPr id="25" name="肘形连接符 24"/>
          <p:cNvCxnSpPr/>
          <p:nvPr/>
        </p:nvCxnSpPr>
        <p:spPr>
          <a:xfrm rot="16200000">
            <a:off x="3943985" y="4069715"/>
            <a:ext cx="982345" cy="380365"/>
          </a:xfrm>
          <a:prstGeom prst="bentConnector3">
            <a:avLst>
              <a:gd name="adj1" fmla="val 49968"/>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26" name="肘形连接符 25"/>
          <p:cNvCxnSpPr/>
          <p:nvPr/>
        </p:nvCxnSpPr>
        <p:spPr>
          <a:xfrm rot="16200000" flipV="1">
            <a:off x="4959985" y="4121785"/>
            <a:ext cx="1015365" cy="309245"/>
          </a:xfrm>
          <a:prstGeom prst="bentConnector3">
            <a:avLst>
              <a:gd name="adj1" fmla="val 49969"/>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56" name="肘形连接符 55"/>
          <p:cNvCxnSpPr/>
          <p:nvPr/>
        </p:nvCxnSpPr>
        <p:spPr>
          <a:xfrm rot="16200000">
            <a:off x="3982720" y="4104005"/>
            <a:ext cx="1057910" cy="388620"/>
          </a:xfrm>
          <a:prstGeom prst="bentConnector3">
            <a:avLst>
              <a:gd name="adj1" fmla="val 46638"/>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57" name="肘形连接符 56"/>
          <p:cNvCxnSpPr/>
          <p:nvPr/>
        </p:nvCxnSpPr>
        <p:spPr>
          <a:xfrm rot="16200000" flipV="1">
            <a:off x="4893310" y="4122420"/>
            <a:ext cx="1015365" cy="309245"/>
          </a:xfrm>
          <a:prstGeom prst="bentConnector3">
            <a:avLst>
              <a:gd name="adj1" fmla="val 43714"/>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24" name="直接连接符 23"/>
          <p:cNvCxnSpPr/>
          <p:nvPr/>
        </p:nvCxnSpPr>
        <p:spPr>
          <a:xfrm>
            <a:off x="2900363" y="2280285"/>
            <a:ext cx="1440000"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90" name="肘形连接符 89"/>
          <p:cNvCxnSpPr/>
          <p:nvPr/>
        </p:nvCxnSpPr>
        <p:spPr>
          <a:xfrm flipV="1">
            <a:off x="2814955" y="2577465"/>
            <a:ext cx="1466850" cy="981075"/>
          </a:xfrm>
          <a:prstGeom prst="bentConnector3">
            <a:avLst>
              <a:gd name="adj1" fmla="val 50000"/>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47" name="肘形连接符 46"/>
          <p:cNvCxnSpPr/>
          <p:nvPr/>
        </p:nvCxnSpPr>
        <p:spPr>
          <a:xfrm rot="16200000">
            <a:off x="2607305" y="2967985"/>
            <a:ext cx="936000" cy="3175"/>
          </a:xfrm>
          <a:prstGeom prst="bentConnector2">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49" name="直接连接符 48"/>
          <p:cNvCxnSpPr/>
          <p:nvPr/>
        </p:nvCxnSpPr>
        <p:spPr>
          <a:xfrm>
            <a:off x="2899728" y="2367915"/>
            <a:ext cx="1440000"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50" name="直接连接符 49"/>
          <p:cNvCxnSpPr/>
          <p:nvPr/>
        </p:nvCxnSpPr>
        <p:spPr>
          <a:xfrm>
            <a:off x="2899728" y="2473325"/>
            <a:ext cx="180000"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51" name="直接连接符 50"/>
          <p:cNvCxnSpPr/>
          <p:nvPr/>
        </p:nvCxnSpPr>
        <p:spPr>
          <a:xfrm>
            <a:off x="2900363" y="3468370"/>
            <a:ext cx="180000"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52" name="肘形连接符 51"/>
          <p:cNvCxnSpPr/>
          <p:nvPr/>
        </p:nvCxnSpPr>
        <p:spPr>
          <a:xfrm rot="10800000">
            <a:off x="5455920" y="3495675"/>
            <a:ext cx="1859280" cy="1084580"/>
          </a:xfrm>
          <a:prstGeom prst="bentConnector3">
            <a:avLst>
              <a:gd name="adj1" fmla="val -375"/>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44" name="直接连接符 43"/>
          <p:cNvCxnSpPr/>
          <p:nvPr/>
        </p:nvCxnSpPr>
        <p:spPr>
          <a:xfrm flipV="1">
            <a:off x="6419215" y="1281430"/>
            <a:ext cx="828040" cy="508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38" name="直接连接符 37"/>
          <p:cNvCxnSpPr/>
          <p:nvPr/>
        </p:nvCxnSpPr>
        <p:spPr>
          <a:xfrm>
            <a:off x="7395528" y="2515870"/>
            <a:ext cx="2160000"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2" name="文本占位符 2"/>
          <p:cNvSpPr>
            <a:spLocks noGrp="1"/>
          </p:cNvSpPr>
          <p:nvPr>
            <p:custDataLst>
              <p:tags r:id="rId1"/>
            </p:custDataLst>
          </p:nvPr>
        </p:nvSpPr>
        <p:spPr>
          <a:xfrm>
            <a:off x="953770" y="398145"/>
            <a:ext cx="8063865" cy="316865"/>
          </a:xfrm>
          <a:prstGeom prst="rect">
            <a:avLst/>
          </a:prstGeom>
        </p:spPr>
        <p:txBody>
          <a:bodyPr/>
          <a:lstStyle>
            <a:lvl1pPr marL="0" indent="0" algn="l" defTabSz="914400" rtl="0" eaLnBrk="1" latinLnBrk="0" hangingPunct="1">
              <a:lnSpc>
                <a:spcPct val="90000"/>
              </a:lnSpc>
              <a:spcBef>
                <a:spcPct val="20000"/>
              </a:spcBef>
              <a:spcAft>
                <a:spcPts val="0"/>
              </a:spcAft>
              <a:buFont typeface="Arial" panose="020B0604020202020204" pitchFamily="34" charset="0"/>
              <a:buNone/>
              <a:defRPr lang="zh-CN" altLang="en-US" sz="2000" b="1" u="none" strike="noStrike" kern="1200" cap="none" spc="0" normalizeH="0" baseline="0">
                <a:solidFill>
                  <a:srgbClr val="3A70D3"/>
                </a:solidFill>
                <a:uFillTx/>
                <a:latin typeface="微软雅黑" panose="020B0503020204020204" charset="-122"/>
                <a:ea typeface="微软雅黑" panose="020B0503020204020204" charset="-122"/>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1800" dirty="0">
                <a:sym typeface="+mn-ea"/>
              </a:rPr>
              <a:t>Micro-grid Solution for C&amp;I, adaptable to different scenarios</a:t>
            </a:r>
            <a:endParaRPr lang="en-US" altLang="zh-CN" sz="1800" dirty="0">
              <a:sym typeface="+mn-ea"/>
            </a:endParaRPr>
          </a:p>
        </p:txBody>
      </p:sp>
      <p:pic>
        <p:nvPicPr>
          <p:cNvPr id="3" name="图片 2"/>
          <p:cNvPicPr>
            <a:picLocks noChangeAspect="1"/>
          </p:cNvPicPr>
          <p:nvPr/>
        </p:nvPicPr>
        <p:blipFill>
          <a:blip r:embed="rId2"/>
          <a:stretch>
            <a:fillRect/>
          </a:stretch>
        </p:blipFill>
        <p:spPr>
          <a:xfrm>
            <a:off x="3832860" y="4751070"/>
            <a:ext cx="825500" cy="1537970"/>
          </a:xfrm>
          <a:prstGeom prst="rect">
            <a:avLst/>
          </a:prstGeom>
        </p:spPr>
      </p:pic>
      <p:grpSp>
        <p:nvGrpSpPr>
          <p:cNvPr id="5" name="组合 4"/>
          <p:cNvGrpSpPr/>
          <p:nvPr/>
        </p:nvGrpSpPr>
        <p:grpSpPr>
          <a:xfrm>
            <a:off x="890270" y="1752600"/>
            <a:ext cx="2010410" cy="990600"/>
            <a:chOff x="1402" y="2175"/>
            <a:chExt cx="3166" cy="1560"/>
          </a:xfrm>
        </p:grpSpPr>
        <p:cxnSp>
          <p:nvCxnSpPr>
            <p:cNvPr id="34" name="直接连接符 33"/>
            <p:cNvCxnSpPr/>
            <p:nvPr/>
          </p:nvCxnSpPr>
          <p:spPr>
            <a:xfrm>
              <a:off x="2182" y="3006"/>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grpSp>
          <p:nvGrpSpPr>
            <p:cNvPr id="4" name="组合 3"/>
            <p:cNvGrpSpPr/>
            <p:nvPr/>
          </p:nvGrpSpPr>
          <p:grpSpPr>
            <a:xfrm>
              <a:off x="1402" y="2616"/>
              <a:ext cx="780" cy="780"/>
              <a:chOff x="815" y="7895"/>
              <a:chExt cx="780" cy="780"/>
            </a:xfrm>
          </p:grpSpPr>
          <p:sp>
            <p:nvSpPr>
              <p:cNvPr id="142" name="圆角矩形 141"/>
              <p:cNvSpPr/>
              <p:nvPr/>
            </p:nvSpPr>
            <p:spPr>
              <a:xfrm>
                <a:off x="815"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43" name="图片 142" descr="pv"/>
              <p:cNvPicPr>
                <a:picLocks noChangeAspect="1"/>
              </p:cNvPicPr>
              <p:nvPr/>
            </p:nvPicPr>
            <p:blipFill>
              <a:blip r:embed="rId3"/>
              <a:stretch>
                <a:fillRect/>
              </a:stretch>
            </p:blipFill>
            <p:spPr>
              <a:xfrm>
                <a:off x="915" y="8057"/>
                <a:ext cx="580" cy="532"/>
              </a:xfrm>
              <a:prstGeom prst="rect">
                <a:avLst/>
              </a:prstGeom>
            </p:spPr>
          </p:pic>
        </p:grpSp>
        <p:grpSp>
          <p:nvGrpSpPr>
            <p:cNvPr id="30" name="组合 29"/>
            <p:cNvGrpSpPr/>
            <p:nvPr/>
          </p:nvGrpSpPr>
          <p:grpSpPr>
            <a:xfrm>
              <a:off x="3008" y="2175"/>
              <a:ext cx="1560" cy="1560"/>
              <a:chOff x="1041" y="3812"/>
              <a:chExt cx="1560" cy="1560"/>
            </a:xfrm>
          </p:grpSpPr>
          <p:grpSp>
            <p:nvGrpSpPr>
              <p:cNvPr id="55" name="组合 54"/>
              <p:cNvGrpSpPr/>
              <p:nvPr/>
            </p:nvGrpSpPr>
            <p:grpSpPr>
              <a:xfrm>
                <a:off x="1041" y="3812"/>
                <a:ext cx="1560" cy="1560"/>
                <a:chOff x="692" y="2451"/>
                <a:chExt cx="2268" cy="2268"/>
              </a:xfrm>
            </p:grpSpPr>
            <p:sp>
              <p:nvSpPr>
                <p:cNvPr id="53" name="圆角矩形 52"/>
                <p:cNvSpPr/>
                <p:nvPr/>
              </p:nvSpPr>
              <p:spPr>
                <a:xfrm>
                  <a:off x="692" y="2451"/>
                  <a:ext cx="2268" cy="2268"/>
                </a:xfrm>
                <a:prstGeom prst="roundRect">
                  <a:avLst>
                    <a:gd name="adj" fmla="val 11905"/>
                  </a:avLst>
                </a:prstGeom>
                <a:solidFill>
                  <a:srgbClr val="1A63AE"/>
                </a:solidFill>
                <a:ln w="15875">
                  <a:gradFill>
                    <a:gsLst>
                      <a:gs pos="0">
                        <a:schemeClr val="accent1">
                          <a:lumMod val="5000"/>
                          <a:lumOff val="95000"/>
                        </a:schemeClr>
                      </a:gs>
                      <a:gs pos="76000">
                        <a:srgbClr val="A6D5F4">
                          <a:alpha val="48000"/>
                        </a:srgbClr>
                      </a:gs>
                      <a:gs pos="29000">
                        <a:srgbClr val="6EC3E7"/>
                      </a:gs>
                      <a:gs pos="100000">
                        <a:srgbClr val="60B2DC"/>
                      </a:gs>
                    </a:gsLst>
                    <a:lin ang="6960000" scaled="0"/>
                  </a:gra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4" name="圆角矩形 53"/>
                <p:cNvSpPr/>
                <p:nvPr/>
              </p:nvSpPr>
              <p:spPr>
                <a:xfrm>
                  <a:off x="692" y="2451"/>
                  <a:ext cx="2268" cy="2268"/>
                </a:xfrm>
                <a:prstGeom prst="roundRect">
                  <a:avLst>
                    <a:gd name="adj" fmla="val 11905"/>
                  </a:avLst>
                </a:prstGeom>
                <a:gradFill>
                  <a:gsLst>
                    <a:gs pos="46000">
                      <a:schemeClr val="accent1">
                        <a:lumMod val="0"/>
                        <a:alpha val="0"/>
                        <a:lumOff val="100000"/>
                      </a:schemeClr>
                    </a:gs>
                    <a:gs pos="100000">
                      <a:srgbClr val="5FC8CE">
                        <a:alpha val="34000"/>
                      </a:srgbClr>
                    </a:gs>
                  </a:gsLst>
                  <a:lin ang="2700000" scaled="0"/>
                </a:gradFill>
                <a:ln w="15875">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28" name="图片 27" descr="HYD-30-50K-T1-透视图(1) 没连采集器"/>
              <p:cNvPicPr>
                <a:picLocks noChangeAspect="1"/>
              </p:cNvPicPr>
              <p:nvPr/>
            </p:nvPicPr>
            <p:blipFill>
              <a:blip r:embed="rId4"/>
              <a:srcRect l="23890" t="17179" r="26789" b="17589"/>
              <a:stretch>
                <a:fillRect/>
              </a:stretch>
            </p:blipFill>
            <p:spPr>
              <a:xfrm>
                <a:off x="1177" y="4039"/>
                <a:ext cx="1289" cy="1209"/>
              </a:xfrm>
              <a:prstGeom prst="rect">
                <a:avLst/>
              </a:prstGeom>
            </p:spPr>
          </p:pic>
        </p:grpSp>
      </p:grpSp>
      <p:grpSp>
        <p:nvGrpSpPr>
          <p:cNvPr id="6" name="组合 5"/>
          <p:cNvGrpSpPr/>
          <p:nvPr/>
        </p:nvGrpSpPr>
        <p:grpSpPr>
          <a:xfrm>
            <a:off x="890270" y="3030220"/>
            <a:ext cx="2010410" cy="990600"/>
            <a:chOff x="1402" y="2175"/>
            <a:chExt cx="3166" cy="1560"/>
          </a:xfrm>
        </p:grpSpPr>
        <p:cxnSp>
          <p:nvCxnSpPr>
            <p:cNvPr id="7" name="直接连接符 6"/>
            <p:cNvCxnSpPr/>
            <p:nvPr/>
          </p:nvCxnSpPr>
          <p:spPr>
            <a:xfrm>
              <a:off x="2182" y="3006"/>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grpSp>
          <p:nvGrpSpPr>
            <p:cNvPr id="9" name="组合 8"/>
            <p:cNvGrpSpPr/>
            <p:nvPr/>
          </p:nvGrpSpPr>
          <p:grpSpPr>
            <a:xfrm>
              <a:off x="1402" y="2616"/>
              <a:ext cx="780" cy="780"/>
              <a:chOff x="815" y="7895"/>
              <a:chExt cx="780" cy="780"/>
            </a:xfrm>
          </p:grpSpPr>
          <p:sp>
            <p:nvSpPr>
              <p:cNvPr id="10" name="圆角矩形 9"/>
              <p:cNvSpPr/>
              <p:nvPr/>
            </p:nvSpPr>
            <p:spPr>
              <a:xfrm>
                <a:off x="815"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descr="pv"/>
              <p:cNvPicPr>
                <a:picLocks noChangeAspect="1"/>
              </p:cNvPicPr>
              <p:nvPr/>
            </p:nvPicPr>
            <p:blipFill>
              <a:blip r:embed="rId3"/>
              <a:stretch>
                <a:fillRect/>
              </a:stretch>
            </p:blipFill>
            <p:spPr>
              <a:xfrm>
                <a:off x="915" y="8057"/>
                <a:ext cx="580" cy="532"/>
              </a:xfrm>
              <a:prstGeom prst="rect">
                <a:avLst/>
              </a:prstGeom>
            </p:spPr>
          </p:pic>
        </p:grpSp>
        <p:grpSp>
          <p:nvGrpSpPr>
            <p:cNvPr id="12" name="组合 11"/>
            <p:cNvGrpSpPr/>
            <p:nvPr/>
          </p:nvGrpSpPr>
          <p:grpSpPr>
            <a:xfrm>
              <a:off x="3008" y="2175"/>
              <a:ext cx="1560" cy="1560"/>
              <a:chOff x="1041" y="3812"/>
              <a:chExt cx="1560" cy="1560"/>
            </a:xfrm>
          </p:grpSpPr>
          <p:grpSp>
            <p:nvGrpSpPr>
              <p:cNvPr id="14" name="组合 13"/>
              <p:cNvGrpSpPr/>
              <p:nvPr/>
            </p:nvGrpSpPr>
            <p:grpSpPr>
              <a:xfrm>
                <a:off x="1041" y="3812"/>
                <a:ext cx="1560" cy="1560"/>
                <a:chOff x="692" y="2451"/>
                <a:chExt cx="2268" cy="2268"/>
              </a:xfrm>
            </p:grpSpPr>
            <p:sp>
              <p:nvSpPr>
                <p:cNvPr id="15" name="圆角矩形 14"/>
                <p:cNvSpPr/>
                <p:nvPr/>
              </p:nvSpPr>
              <p:spPr>
                <a:xfrm>
                  <a:off x="692" y="2451"/>
                  <a:ext cx="2268" cy="2268"/>
                </a:xfrm>
                <a:prstGeom prst="roundRect">
                  <a:avLst>
                    <a:gd name="adj" fmla="val 11905"/>
                  </a:avLst>
                </a:prstGeom>
                <a:solidFill>
                  <a:srgbClr val="1A63AE"/>
                </a:solidFill>
                <a:ln w="15875">
                  <a:gradFill>
                    <a:gsLst>
                      <a:gs pos="0">
                        <a:schemeClr val="accent1">
                          <a:lumMod val="5000"/>
                          <a:lumOff val="95000"/>
                        </a:schemeClr>
                      </a:gs>
                      <a:gs pos="76000">
                        <a:srgbClr val="A6D5F4">
                          <a:alpha val="48000"/>
                        </a:srgbClr>
                      </a:gs>
                      <a:gs pos="29000">
                        <a:srgbClr val="6EC3E7"/>
                      </a:gs>
                      <a:gs pos="100000">
                        <a:srgbClr val="60B2DC"/>
                      </a:gs>
                    </a:gsLst>
                    <a:lin ang="6960000" scaled="0"/>
                  </a:gra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圆角矩形 15"/>
                <p:cNvSpPr/>
                <p:nvPr/>
              </p:nvSpPr>
              <p:spPr>
                <a:xfrm>
                  <a:off x="692" y="2451"/>
                  <a:ext cx="2268" cy="2268"/>
                </a:xfrm>
                <a:prstGeom prst="roundRect">
                  <a:avLst>
                    <a:gd name="adj" fmla="val 11905"/>
                  </a:avLst>
                </a:prstGeom>
                <a:gradFill>
                  <a:gsLst>
                    <a:gs pos="46000">
                      <a:schemeClr val="accent1">
                        <a:lumMod val="0"/>
                        <a:alpha val="0"/>
                        <a:lumOff val="100000"/>
                      </a:schemeClr>
                    </a:gs>
                    <a:gs pos="100000">
                      <a:srgbClr val="5FC8CE">
                        <a:alpha val="34000"/>
                      </a:srgbClr>
                    </a:gs>
                  </a:gsLst>
                  <a:lin ang="2700000" scaled="0"/>
                </a:gradFill>
                <a:ln w="15875">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17" name="图片 16" descr="HYD-30-50K-T1-透视图(1) 没连采集器"/>
              <p:cNvPicPr>
                <a:picLocks noChangeAspect="1"/>
              </p:cNvPicPr>
              <p:nvPr/>
            </p:nvPicPr>
            <p:blipFill>
              <a:blip r:embed="rId4"/>
              <a:srcRect l="23890" t="17179" r="26789" b="17589"/>
              <a:stretch>
                <a:fillRect/>
              </a:stretch>
            </p:blipFill>
            <p:spPr>
              <a:xfrm>
                <a:off x="1177" y="4039"/>
                <a:ext cx="1289" cy="1209"/>
              </a:xfrm>
              <a:prstGeom prst="rect">
                <a:avLst/>
              </a:prstGeom>
            </p:spPr>
          </p:pic>
        </p:grpSp>
      </p:grpSp>
      <p:pic>
        <p:nvPicPr>
          <p:cNvPr id="18" name="图片 17"/>
          <p:cNvPicPr>
            <a:picLocks noChangeAspect="1"/>
          </p:cNvPicPr>
          <p:nvPr/>
        </p:nvPicPr>
        <p:blipFill>
          <a:blip r:embed="rId2"/>
          <a:stretch>
            <a:fillRect/>
          </a:stretch>
        </p:blipFill>
        <p:spPr>
          <a:xfrm>
            <a:off x="5379720" y="4751070"/>
            <a:ext cx="825500" cy="1537970"/>
          </a:xfrm>
          <a:prstGeom prst="rect">
            <a:avLst/>
          </a:prstGeom>
        </p:spPr>
      </p:pic>
      <p:sp>
        <p:nvSpPr>
          <p:cNvPr id="19" name="文本框 18"/>
          <p:cNvSpPr txBox="1"/>
          <p:nvPr/>
        </p:nvSpPr>
        <p:spPr>
          <a:xfrm>
            <a:off x="4230370" y="6407150"/>
            <a:ext cx="15411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Storage Cabinets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46" name="组合 45"/>
          <p:cNvGrpSpPr>
            <a:grpSpLocks noChangeAspect="1"/>
          </p:cNvGrpSpPr>
          <p:nvPr/>
        </p:nvGrpSpPr>
        <p:grpSpPr>
          <a:xfrm>
            <a:off x="9211945" y="2172970"/>
            <a:ext cx="789305" cy="789305"/>
            <a:chOff x="14620" y="4385"/>
            <a:chExt cx="780" cy="780"/>
          </a:xfrm>
        </p:grpSpPr>
        <p:sp>
          <p:nvSpPr>
            <p:cNvPr id="71" name="圆角矩形 70"/>
            <p:cNvSpPr/>
            <p:nvPr/>
          </p:nvSpPr>
          <p:spPr>
            <a:xfrm>
              <a:off x="14620" y="438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79" name="图片 78" descr="Grid"/>
            <p:cNvPicPr>
              <a:picLocks noChangeAspect="1"/>
            </p:cNvPicPr>
            <p:nvPr/>
          </p:nvPicPr>
          <p:blipFill>
            <a:blip r:embed="rId5"/>
            <a:stretch>
              <a:fillRect/>
            </a:stretch>
          </p:blipFill>
          <p:spPr>
            <a:xfrm>
              <a:off x="14765" y="4539"/>
              <a:ext cx="490" cy="473"/>
            </a:xfrm>
            <a:prstGeom prst="rect">
              <a:avLst/>
            </a:prstGeom>
          </p:spPr>
        </p:pic>
      </p:grpSp>
      <p:grpSp>
        <p:nvGrpSpPr>
          <p:cNvPr id="45" name="组合 44"/>
          <p:cNvGrpSpPr/>
          <p:nvPr/>
        </p:nvGrpSpPr>
        <p:grpSpPr>
          <a:xfrm>
            <a:off x="7005003" y="2243773"/>
            <a:ext cx="495300" cy="495300"/>
            <a:chOff x="12608" y="4385"/>
            <a:chExt cx="780" cy="780"/>
          </a:xfrm>
        </p:grpSpPr>
        <p:sp>
          <p:nvSpPr>
            <p:cNvPr id="70" name="圆角矩形 69"/>
            <p:cNvSpPr/>
            <p:nvPr/>
          </p:nvSpPr>
          <p:spPr>
            <a:xfrm>
              <a:off x="12608" y="438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82" name="图片 81" descr="Import Meter"/>
            <p:cNvPicPr>
              <a:picLocks noChangeAspect="1"/>
            </p:cNvPicPr>
            <p:nvPr/>
          </p:nvPicPr>
          <p:blipFill>
            <a:blip r:embed="rId6"/>
            <a:stretch>
              <a:fillRect/>
            </a:stretch>
          </p:blipFill>
          <p:spPr>
            <a:xfrm>
              <a:off x="12713" y="4466"/>
              <a:ext cx="570" cy="618"/>
            </a:xfrm>
            <a:prstGeom prst="rect">
              <a:avLst/>
            </a:prstGeom>
          </p:spPr>
        </p:pic>
      </p:grpSp>
      <p:sp>
        <p:nvSpPr>
          <p:cNvPr id="20" name="文本框 19"/>
          <p:cNvSpPr txBox="1"/>
          <p:nvPr/>
        </p:nvSpPr>
        <p:spPr>
          <a:xfrm>
            <a:off x="9358630" y="2961640"/>
            <a:ext cx="59245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Grid</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21" name="文本框 20"/>
          <p:cNvSpPr txBox="1"/>
          <p:nvPr/>
        </p:nvSpPr>
        <p:spPr>
          <a:xfrm>
            <a:off x="1837690" y="4091940"/>
            <a:ext cx="11347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PV inverters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pic>
        <p:nvPicPr>
          <p:cNvPr id="22" name="图片 21"/>
          <p:cNvPicPr>
            <a:picLocks noChangeAspect="1"/>
          </p:cNvPicPr>
          <p:nvPr/>
        </p:nvPicPr>
        <p:blipFill>
          <a:blip r:embed="rId7"/>
          <a:stretch>
            <a:fillRect/>
          </a:stretch>
        </p:blipFill>
        <p:spPr>
          <a:xfrm>
            <a:off x="4252595" y="1689735"/>
            <a:ext cx="1337310" cy="2115820"/>
          </a:xfrm>
          <a:prstGeom prst="rect">
            <a:avLst/>
          </a:prstGeom>
        </p:spPr>
      </p:pic>
      <p:sp>
        <p:nvSpPr>
          <p:cNvPr id="23" name="文本框 22"/>
          <p:cNvSpPr txBox="1"/>
          <p:nvPr/>
        </p:nvSpPr>
        <p:spPr>
          <a:xfrm>
            <a:off x="4181475" y="1403350"/>
            <a:ext cx="1408430"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Backup Cabinet</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cxnSp>
        <p:nvCxnSpPr>
          <p:cNvPr id="27" name="直接连接符 26"/>
          <p:cNvCxnSpPr/>
          <p:nvPr/>
        </p:nvCxnSpPr>
        <p:spPr>
          <a:xfrm>
            <a:off x="5589588" y="2515870"/>
            <a:ext cx="1440000"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grpSp>
        <p:nvGrpSpPr>
          <p:cNvPr id="152" name="组合 151"/>
          <p:cNvGrpSpPr>
            <a:grpSpLocks noChangeAspect="1"/>
          </p:cNvGrpSpPr>
          <p:nvPr/>
        </p:nvGrpSpPr>
        <p:grpSpPr>
          <a:xfrm>
            <a:off x="7009765" y="4480560"/>
            <a:ext cx="768985" cy="768985"/>
            <a:chOff x="12202" y="6742"/>
            <a:chExt cx="780" cy="780"/>
          </a:xfrm>
        </p:grpSpPr>
        <p:sp>
          <p:nvSpPr>
            <p:cNvPr id="133" name="圆角矩形 132"/>
            <p:cNvSpPr/>
            <p:nvPr/>
          </p:nvSpPr>
          <p:spPr>
            <a:xfrm>
              <a:off x="12202" y="6742"/>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51" name="图片 150" descr="Diesel Generator"/>
            <p:cNvPicPr>
              <a:picLocks noChangeAspect="1"/>
            </p:cNvPicPr>
            <p:nvPr/>
          </p:nvPicPr>
          <p:blipFill>
            <a:blip r:embed="rId8"/>
            <a:stretch>
              <a:fillRect/>
            </a:stretch>
          </p:blipFill>
          <p:spPr>
            <a:xfrm>
              <a:off x="12309" y="6854"/>
              <a:ext cx="567" cy="557"/>
            </a:xfrm>
            <a:prstGeom prst="rect">
              <a:avLst/>
            </a:prstGeom>
          </p:spPr>
        </p:pic>
      </p:grpSp>
      <p:sp>
        <p:nvSpPr>
          <p:cNvPr id="29" name="文本框 28"/>
          <p:cNvSpPr txBox="1"/>
          <p:nvPr/>
        </p:nvSpPr>
        <p:spPr>
          <a:xfrm>
            <a:off x="6642100" y="5249545"/>
            <a:ext cx="150431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Diesel Generator</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37" name="文本框 36"/>
          <p:cNvSpPr txBox="1"/>
          <p:nvPr/>
        </p:nvSpPr>
        <p:spPr>
          <a:xfrm>
            <a:off x="8146415" y="5258435"/>
            <a:ext cx="150431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Critical Load</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41" name="组合 40"/>
          <p:cNvGrpSpPr>
            <a:grpSpLocks noChangeAspect="1"/>
          </p:cNvGrpSpPr>
          <p:nvPr/>
        </p:nvGrpSpPr>
        <p:grpSpPr>
          <a:xfrm>
            <a:off x="8438515" y="4488815"/>
            <a:ext cx="732790" cy="732790"/>
            <a:chOff x="6796" y="7895"/>
            <a:chExt cx="780" cy="780"/>
          </a:xfrm>
        </p:grpSpPr>
        <p:sp>
          <p:nvSpPr>
            <p:cNvPr id="64" name="圆角矩形 63"/>
            <p:cNvSpPr/>
            <p:nvPr/>
          </p:nvSpPr>
          <p:spPr>
            <a:xfrm>
              <a:off x="6796"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86" name="图片 85" descr="Smart Loads"/>
            <p:cNvPicPr>
              <a:picLocks noChangeAspect="1"/>
            </p:cNvPicPr>
            <p:nvPr/>
          </p:nvPicPr>
          <p:blipFill>
            <a:blip r:embed="rId9"/>
            <a:stretch>
              <a:fillRect/>
            </a:stretch>
          </p:blipFill>
          <p:spPr>
            <a:xfrm>
              <a:off x="6855" y="8056"/>
              <a:ext cx="663" cy="459"/>
            </a:xfrm>
            <a:prstGeom prst="rect">
              <a:avLst/>
            </a:prstGeom>
          </p:spPr>
        </p:pic>
      </p:grpSp>
      <p:pic>
        <p:nvPicPr>
          <p:cNvPr id="113" name="图片 112" descr="yun"/>
          <p:cNvPicPr>
            <a:picLocks noChangeAspect="1"/>
          </p:cNvPicPr>
          <p:nvPr/>
        </p:nvPicPr>
        <p:blipFill>
          <a:blip r:embed="rId10"/>
          <a:stretch>
            <a:fillRect/>
          </a:stretch>
        </p:blipFill>
        <p:spPr>
          <a:xfrm>
            <a:off x="6132830" y="1164273"/>
            <a:ext cx="454660" cy="238760"/>
          </a:xfrm>
          <a:prstGeom prst="rect">
            <a:avLst/>
          </a:prstGeom>
        </p:spPr>
      </p:pic>
      <p:pic>
        <p:nvPicPr>
          <p:cNvPr id="114" name="图片 113" descr="app"/>
          <p:cNvPicPr>
            <a:picLocks noChangeAspect="1"/>
          </p:cNvPicPr>
          <p:nvPr/>
        </p:nvPicPr>
        <p:blipFill>
          <a:blip r:embed="rId11"/>
          <a:stretch>
            <a:fillRect/>
          </a:stretch>
        </p:blipFill>
        <p:spPr>
          <a:xfrm>
            <a:off x="7214235" y="1117283"/>
            <a:ext cx="364490" cy="294005"/>
          </a:xfrm>
          <a:prstGeom prst="rect">
            <a:avLst/>
          </a:prstGeom>
        </p:spPr>
      </p:pic>
      <p:cxnSp>
        <p:nvCxnSpPr>
          <p:cNvPr id="39" name="肘形连接符 38"/>
          <p:cNvCxnSpPr/>
          <p:nvPr/>
        </p:nvCxnSpPr>
        <p:spPr>
          <a:xfrm rot="10800000">
            <a:off x="5536565" y="3397250"/>
            <a:ext cx="1859280" cy="1084580"/>
          </a:xfrm>
          <a:prstGeom prst="bentConnector3">
            <a:avLst>
              <a:gd name="adj1" fmla="val -375"/>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40" name="肘形连接符 39"/>
          <p:cNvCxnSpPr>
            <a:stCxn id="64" idx="0"/>
          </p:cNvCxnSpPr>
          <p:nvPr/>
        </p:nvCxnSpPr>
        <p:spPr>
          <a:xfrm rot="16200000" flipV="1">
            <a:off x="6492875" y="2177415"/>
            <a:ext cx="1354455" cy="3268345"/>
          </a:xfrm>
          <a:prstGeom prst="bentConnector2">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42" name="直接连接符 41"/>
          <p:cNvCxnSpPr/>
          <p:nvPr/>
        </p:nvCxnSpPr>
        <p:spPr>
          <a:xfrm flipV="1">
            <a:off x="5536565" y="1817370"/>
            <a:ext cx="828040" cy="508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43" name="直接连接符 42"/>
          <p:cNvCxnSpPr/>
          <p:nvPr/>
        </p:nvCxnSpPr>
        <p:spPr>
          <a:xfrm flipH="1" flipV="1">
            <a:off x="6355715" y="1376045"/>
            <a:ext cx="8890" cy="451485"/>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58" name="直接连接符 57"/>
          <p:cNvCxnSpPr/>
          <p:nvPr/>
        </p:nvCxnSpPr>
        <p:spPr>
          <a:xfrm>
            <a:off x="5589588" y="2384425"/>
            <a:ext cx="1440000"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sp>
        <p:nvSpPr>
          <p:cNvPr id="61" name="文本框 60"/>
          <p:cNvSpPr txBox="1"/>
          <p:nvPr/>
        </p:nvSpPr>
        <p:spPr>
          <a:xfrm>
            <a:off x="5885180" y="842010"/>
            <a:ext cx="95059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internet</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62" name="文本框 61"/>
          <p:cNvSpPr txBox="1"/>
          <p:nvPr/>
        </p:nvSpPr>
        <p:spPr>
          <a:xfrm>
            <a:off x="6923405" y="842010"/>
            <a:ext cx="86296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web/app</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67" name="组合 66"/>
          <p:cNvGrpSpPr/>
          <p:nvPr/>
        </p:nvGrpSpPr>
        <p:grpSpPr>
          <a:xfrm>
            <a:off x="792480" y="4863465"/>
            <a:ext cx="2374900" cy="778510"/>
            <a:chOff x="1248" y="7230"/>
            <a:chExt cx="3740" cy="1226"/>
          </a:xfrm>
        </p:grpSpPr>
        <p:cxnSp>
          <p:nvCxnSpPr>
            <p:cNvPr id="59" name="直接连接符 58"/>
            <p:cNvCxnSpPr/>
            <p:nvPr/>
          </p:nvCxnSpPr>
          <p:spPr>
            <a:xfrm>
              <a:off x="1248" y="8103"/>
              <a:ext cx="1134"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60" name="直接连接符 59"/>
            <p:cNvCxnSpPr/>
            <p:nvPr/>
          </p:nvCxnSpPr>
          <p:spPr>
            <a:xfrm>
              <a:off x="1248" y="7482"/>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65" name="文本框 64"/>
            <p:cNvSpPr txBox="1"/>
            <p:nvPr/>
          </p:nvSpPr>
          <p:spPr>
            <a:xfrm>
              <a:off x="2646" y="7230"/>
              <a:ext cx="1787" cy="434"/>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power line </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66" name="文本框 65"/>
            <p:cNvSpPr txBox="1"/>
            <p:nvPr/>
          </p:nvSpPr>
          <p:spPr>
            <a:xfrm>
              <a:off x="2646" y="7732"/>
              <a:ext cx="2342" cy="725"/>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communication (RS485/ETH)</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sp>
        <p:nvSpPr>
          <p:cNvPr id="13" name="文本框 12"/>
          <p:cNvSpPr txBox="1"/>
          <p:nvPr/>
        </p:nvSpPr>
        <p:spPr>
          <a:xfrm>
            <a:off x="4818380" y="5182235"/>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8" name="文本框 7"/>
          <p:cNvSpPr txBox="1"/>
          <p:nvPr/>
        </p:nvSpPr>
        <p:spPr>
          <a:xfrm rot="5400000">
            <a:off x="2163445" y="2792730"/>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cxnSp>
        <p:nvCxnSpPr>
          <p:cNvPr id="25" name="肘形连接符 24"/>
          <p:cNvCxnSpPr>
            <a:stCxn id="3" idx="0"/>
            <a:endCxn id="32" idx="2"/>
          </p:cNvCxnSpPr>
          <p:nvPr/>
        </p:nvCxnSpPr>
        <p:spPr>
          <a:xfrm rot="16200000">
            <a:off x="3609023" y="3068003"/>
            <a:ext cx="1814830" cy="2008505"/>
          </a:xfrm>
          <a:prstGeom prst="bentConnector2">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26" name="肘形连接符 25"/>
          <p:cNvCxnSpPr>
            <a:stCxn id="18" idx="0"/>
            <a:endCxn id="33" idx="2"/>
          </p:cNvCxnSpPr>
          <p:nvPr/>
        </p:nvCxnSpPr>
        <p:spPr>
          <a:xfrm rot="16200000">
            <a:off x="4412933" y="3871913"/>
            <a:ext cx="1534795" cy="680720"/>
          </a:xfrm>
          <a:prstGeom prst="bentConnector2">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24" name="直接连接符 23"/>
          <p:cNvCxnSpPr/>
          <p:nvPr/>
        </p:nvCxnSpPr>
        <p:spPr>
          <a:xfrm flipV="1">
            <a:off x="2900363" y="2502535"/>
            <a:ext cx="2621915" cy="444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90" name="肘形连接符 89"/>
          <p:cNvCxnSpPr>
            <a:stCxn id="16" idx="3"/>
            <a:endCxn id="31" idx="2"/>
          </p:cNvCxnSpPr>
          <p:nvPr/>
        </p:nvCxnSpPr>
        <p:spPr>
          <a:xfrm flipV="1">
            <a:off x="2900680" y="2799080"/>
            <a:ext cx="2621915" cy="955040"/>
          </a:xfrm>
          <a:prstGeom prst="bentConnector3">
            <a:avLst>
              <a:gd name="adj1" fmla="val 12957"/>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47" name="肘形连接符 46"/>
          <p:cNvCxnSpPr/>
          <p:nvPr/>
        </p:nvCxnSpPr>
        <p:spPr>
          <a:xfrm rot="16200000">
            <a:off x="2607305" y="3196585"/>
            <a:ext cx="936000" cy="3175"/>
          </a:xfrm>
          <a:prstGeom prst="bentConnector2">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50" name="直接连接符 49"/>
          <p:cNvCxnSpPr/>
          <p:nvPr/>
        </p:nvCxnSpPr>
        <p:spPr>
          <a:xfrm>
            <a:off x="2899728" y="2701925"/>
            <a:ext cx="180000"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51" name="直接连接符 50"/>
          <p:cNvCxnSpPr/>
          <p:nvPr/>
        </p:nvCxnSpPr>
        <p:spPr>
          <a:xfrm>
            <a:off x="2900363" y="3696970"/>
            <a:ext cx="180000"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sp>
        <p:nvSpPr>
          <p:cNvPr id="2" name="文本占位符 2"/>
          <p:cNvSpPr>
            <a:spLocks noGrp="1"/>
          </p:cNvSpPr>
          <p:nvPr>
            <p:custDataLst>
              <p:tags r:id="rId1"/>
            </p:custDataLst>
          </p:nvPr>
        </p:nvSpPr>
        <p:spPr>
          <a:xfrm>
            <a:off x="953770" y="398145"/>
            <a:ext cx="8063865" cy="316865"/>
          </a:xfrm>
          <a:prstGeom prst="rect">
            <a:avLst/>
          </a:prstGeom>
        </p:spPr>
        <p:txBody>
          <a:bodyPr/>
          <a:lstStyle>
            <a:lvl1pPr marL="0" indent="0" algn="l" defTabSz="914400" rtl="0" eaLnBrk="1" latinLnBrk="0" hangingPunct="1">
              <a:lnSpc>
                <a:spcPct val="90000"/>
              </a:lnSpc>
              <a:spcBef>
                <a:spcPct val="20000"/>
              </a:spcBef>
              <a:spcAft>
                <a:spcPts val="0"/>
              </a:spcAft>
              <a:buFont typeface="Arial" panose="020B0604020202020204" pitchFamily="34" charset="0"/>
              <a:buNone/>
              <a:defRPr lang="zh-CN" altLang="en-US" sz="2000" b="1" u="none" strike="noStrike" kern="1200" cap="none" spc="0" normalizeH="0" baseline="0">
                <a:solidFill>
                  <a:srgbClr val="3A70D3"/>
                </a:solidFill>
                <a:uFillTx/>
                <a:latin typeface="微软雅黑" panose="020B0503020204020204" charset="-122"/>
                <a:ea typeface="微软雅黑" panose="020B0503020204020204" charset="-122"/>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1800" dirty="0">
                <a:sym typeface="+mn-ea"/>
              </a:rPr>
              <a:t>Micro-Grid Solution for C&amp;I</a:t>
            </a:r>
            <a:endParaRPr lang="en-US" altLang="zh-CN" sz="1800" dirty="0">
              <a:sym typeface="+mn-ea"/>
            </a:endParaRPr>
          </a:p>
        </p:txBody>
      </p:sp>
      <p:pic>
        <p:nvPicPr>
          <p:cNvPr id="3" name="图片 2"/>
          <p:cNvPicPr>
            <a:picLocks noChangeAspect="1"/>
          </p:cNvPicPr>
          <p:nvPr/>
        </p:nvPicPr>
        <p:blipFill>
          <a:blip r:embed="rId2"/>
          <a:stretch>
            <a:fillRect/>
          </a:stretch>
        </p:blipFill>
        <p:spPr>
          <a:xfrm>
            <a:off x="3099435" y="4979670"/>
            <a:ext cx="825500" cy="1537970"/>
          </a:xfrm>
          <a:prstGeom prst="rect">
            <a:avLst/>
          </a:prstGeom>
        </p:spPr>
      </p:pic>
      <p:grpSp>
        <p:nvGrpSpPr>
          <p:cNvPr id="5" name="组合 4"/>
          <p:cNvGrpSpPr/>
          <p:nvPr/>
        </p:nvGrpSpPr>
        <p:grpSpPr>
          <a:xfrm>
            <a:off x="890270" y="2011680"/>
            <a:ext cx="2010410" cy="990600"/>
            <a:chOff x="1402" y="2175"/>
            <a:chExt cx="3166" cy="1560"/>
          </a:xfrm>
        </p:grpSpPr>
        <p:cxnSp>
          <p:nvCxnSpPr>
            <p:cNvPr id="34" name="直接连接符 33"/>
            <p:cNvCxnSpPr/>
            <p:nvPr/>
          </p:nvCxnSpPr>
          <p:spPr>
            <a:xfrm>
              <a:off x="2182" y="3006"/>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grpSp>
          <p:nvGrpSpPr>
            <p:cNvPr id="4" name="组合 3"/>
            <p:cNvGrpSpPr/>
            <p:nvPr/>
          </p:nvGrpSpPr>
          <p:grpSpPr>
            <a:xfrm>
              <a:off x="1402" y="2616"/>
              <a:ext cx="780" cy="780"/>
              <a:chOff x="815" y="7895"/>
              <a:chExt cx="780" cy="780"/>
            </a:xfrm>
          </p:grpSpPr>
          <p:sp>
            <p:nvSpPr>
              <p:cNvPr id="142" name="圆角矩形 141"/>
              <p:cNvSpPr/>
              <p:nvPr/>
            </p:nvSpPr>
            <p:spPr>
              <a:xfrm>
                <a:off x="815"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43" name="图片 142" descr="pv"/>
              <p:cNvPicPr>
                <a:picLocks noChangeAspect="1"/>
              </p:cNvPicPr>
              <p:nvPr/>
            </p:nvPicPr>
            <p:blipFill>
              <a:blip r:embed="rId3"/>
              <a:stretch>
                <a:fillRect/>
              </a:stretch>
            </p:blipFill>
            <p:spPr>
              <a:xfrm>
                <a:off x="915" y="8057"/>
                <a:ext cx="580" cy="532"/>
              </a:xfrm>
              <a:prstGeom prst="rect">
                <a:avLst/>
              </a:prstGeom>
            </p:spPr>
          </p:pic>
        </p:grpSp>
        <p:grpSp>
          <p:nvGrpSpPr>
            <p:cNvPr id="30" name="组合 29"/>
            <p:cNvGrpSpPr/>
            <p:nvPr/>
          </p:nvGrpSpPr>
          <p:grpSpPr>
            <a:xfrm>
              <a:off x="3008" y="2175"/>
              <a:ext cx="1560" cy="1560"/>
              <a:chOff x="1041" y="3812"/>
              <a:chExt cx="1560" cy="1560"/>
            </a:xfrm>
          </p:grpSpPr>
          <p:grpSp>
            <p:nvGrpSpPr>
              <p:cNvPr id="55" name="组合 54"/>
              <p:cNvGrpSpPr/>
              <p:nvPr/>
            </p:nvGrpSpPr>
            <p:grpSpPr>
              <a:xfrm>
                <a:off x="1041" y="3812"/>
                <a:ext cx="1560" cy="1560"/>
                <a:chOff x="692" y="2451"/>
                <a:chExt cx="2268" cy="2268"/>
              </a:xfrm>
            </p:grpSpPr>
            <p:sp>
              <p:nvSpPr>
                <p:cNvPr id="53" name="圆角矩形 52"/>
                <p:cNvSpPr/>
                <p:nvPr/>
              </p:nvSpPr>
              <p:spPr>
                <a:xfrm>
                  <a:off x="692" y="2451"/>
                  <a:ext cx="2268" cy="2268"/>
                </a:xfrm>
                <a:prstGeom prst="roundRect">
                  <a:avLst>
                    <a:gd name="adj" fmla="val 11905"/>
                  </a:avLst>
                </a:prstGeom>
                <a:solidFill>
                  <a:srgbClr val="1A63AE"/>
                </a:solidFill>
                <a:ln w="15875">
                  <a:gradFill>
                    <a:gsLst>
                      <a:gs pos="0">
                        <a:schemeClr val="accent1">
                          <a:lumMod val="5000"/>
                          <a:lumOff val="95000"/>
                        </a:schemeClr>
                      </a:gs>
                      <a:gs pos="76000">
                        <a:srgbClr val="A6D5F4">
                          <a:alpha val="48000"/>
                        </a:srgbClr>
                      </a:gs>
                      <a:gs pos="29000">
                        <a:srgbClr val="6EC3E7"/>
                      </a:gs>
                      <a:gs pos="100000">
                        <a:srgbClr val="60B2DC"/>
                      </a:gs>
                    </a:gsLst>
                    <a:lin ang="6960000" scaled="0"/>
                  </a:gra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4" name="圆角矩形 53"/>
                <p:cNvSpPr/>
                <p:nvPr/>
              </p:nvSpPr>
              <p:spPr>
                <a:xfrm>
                  <a:off x="692" y="2451"/>
                  <a:ext cx="2268" cy="2268"/>
                </a:xfrm>
                <a:prstGeom prst="roundRect">
                  <a:avLst>
                    <a:gd name="adj" fmla="val 11905"/>
                  </a:avLst>
                </a:prstGeom>
                <a:gradFill>
                  <a:gsLst>
                    <a:gs pos="46000">
                      <a:schemeClr val="accent1">
                        <a:lumMod val="0"/>
                        <a:alpha val="0"/>
                        <a:lumOff val="100000"/>
                      </a:schemeClr>
                    </a:gs>
                    <a:gs pos="100000">
                      <a:srgbClr val="5FC8CE">
                        <a:alpha val="34000"/>
                      </a:srgbClr>
                    </a:gs>
                  </a:gsLst>
                  <a:lin ang="2700000" scaled="0"/>
                </a:gradFill>
                <a:ln w="15875">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28" name="图片 27" descr="HYD-30-50K-T1-透视图(1) 没连采集器"/>
              <p:cNvPicPr>
                <a:picLocks noChangeAspect="1"/>
              </p:cNvPicPr>
              <p:nvPr/>
            </p:nvPicPr>
            <p:blipFill>
              <a:blip r:embed="rId4"/>
              <a:srcRect l="23890" t="17179" r="26789" b="17589"/>
              <a:stretch>
                <a:fillRect/>
              </a:stretch>
            </p:blipFill>
            <p:spPr>
              <a:xfrm>
                <a:off x="1177" y="4039"/>
                <a:ext cx="1289" cy="1209"/>
              </a:xfrm>
              <a:prstGeom prst="rect">
                <a:avLst/>
              </a:prstGeom>
            </p:spPr>
          </p:pic>
        </p:grpSp>
      </p:grpSp>
      <p:grpSp>
        <p:nvGrpSpPr>
          <p:cNvPr id="6" name="组合 5"/>
          <p:cNvGrpSpPr/>
          <p:nvPr/>
        </p:nvGrpSpPr>
        <p:grpSpPr>
          <a:xfrm>
            <a:off x="890270" y="3258820"/>
            <a:ext cx="2010410" cy="990600"/>
            <a:chOff x="1402" y="2175"/>
            <a:chExt cx="3166" cy="1560"/>
          </a:xfrm>
        </p:grpSpPr>
        <p:cxnSp>
          <p:nvCxnSpPr>
            <p:cNvPr id="7" name="直接连接符 6"/>
            <p:cNvCxnSpPr/>
            <p:nvPr/>
          </p:nvCxnSpPr>
          <p:spPr>
            <a:xfrm>
              <a:off x="2182" y="3006"/>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grpSp>
          <p:nvGrpSpPr>
            <p:cNvPr id="9" name="组合 8"/>
            <p:cNvGrpSpPr/>
            <p:nvPr/>
          </p:nvGrpSpPr>
          <p:grpSpPr>
            <a:xfrm>
              <a:off x="1402" y="2616"/>
              <a:ext cx="780" cy="780"/>
              <a:chOff x="815" y="7895"/>
              <a:chExt cx="780" cy="780"/>
            </a:xfrm>
          </p:grpSpPr>
          <p:sp>
            <p:nvSpPr>
              <p:cNvPr id="10" name="圆角矩形 9"/>
              <p:cNvSpPr/>
              <p:nvPr/>
            </p:nvSpPr>
            <p:spPr>
              <a:xfrm>
                <a:off x="815"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descr="pv"/>
              <p:cNvPicPr>
                <a:picLocks noChangeAspect="1"/>
              </p:cNvPicPr>
              <p:nvPr/>
            </p:nvPicPr>
            <p:blipFill>
              <a:blip r:embed="rId3"/>
              <a:stretch>
                <a:fillRect/>
              </a:stretch>
            </p:blipFill>
            <p:spPr>
              <a:xfrm>
                <a:off x="915" y="8057"/>
                <a:ext cx="580" cy="532"/>
              </a:xfrm>
              <a:prstGeom prst="rect">
                <a:avLst/>
              </a:prstGeom>
            </p:spPr>
          </p:pic>
        </p:grpSp>
        <p:grpSp>
          <p:nvGrpSpPr>
            <p:cNvPr id="12" name="组合 11"/>
            <p:cNvGrpSpPr/>
            <p:nvPr/>
          </p:nvGrpSpPr>
          <p:grpSpPr>
            <a:xfrm>
              <a:off x="3008" y="2175"/>
              <a:ext cx="1560" cy="1560"/>
              <a:chOff x="1041" y="3812"/>
              <a:chExt cx="1560" cy="1560"/>
            </a:xfrm>
          </p:grpSpPr>
          <p:grpSp>
            <p:nvGrpSpPr>
              <p:cNvPr id="14" name="组合 13"/>
              <p:cNvGrpSpPr/>
              <p:nvPr/>
            </p:nvGrpSpPr>
            <p:grpSpPr>
              <a:xfrm>
                <a:off x="1041" y="3812"/>
                <a:ext cx="1560" cy="1560"/>
                <a:chOff x="692" y="2451"/>
                <a:chExt cx="2268" cy="2268"/>
              </a:xfrm>
            </p:grpSpPr>
            <p:sp>
              <p:nvSpPr>
                <p:cNvPr id="15" name="圆角矩形 14"/>
                <p:cNvSpPr/>
                <p:nvPr/>
              </p:nvSpPr>
              <p:spPr>
                <a:xfrm>
                  <a:off x="692" y="2451"/>
                  <a:ext cx="2268" cy="2268"/>
                </a:xfrm>
                <a:prstGeom prst="roundRect">
                  <a:avLst>
                    <a:gd name="adj" fmla="val 11905"/>
                  </a:avLst>
                </a:prstGeom>
                <a:solidFill>
                  <a:srgbClr val="1A63AE"/>
                </a:solidFill>
                <a:ln w="15875">
                  <a:gradFill>
                    <a:gsLst>
                      <a:gs pos="0">
                        <a:schemeClr val="accent1">
                          <a:lumMod val="5000"/>
                          <a:lumOff val="95000"/>
                        </a:schemeClr>
                      </a:gs>
                      <a:gs pos="76000">
                        <a:srgbClr val="A6D5F4">
                          <a:alpha val="48000"/>
                        </a:srgbClr>
                      </a:gs>
                      <a:gs pos="29000">
                        <a:srgbClr val="6EC3E7"/>
                      </a:gs>
                      <a:gs pos="100000">
                        <a:srgbClr val="60B2DC"/>
                      </a:gs>
                    </a:gsLst>
                    <a:lin ang="6960000" scaled="0"/>
                  </a:gra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圆角矩形 15"/>
                <p:cNvSpPr/>
                <p:nvPr/>
              </p:nvSpPr>
              <p:spPr>
                <a:xfrm>
                  <a:off x="692" y="2451"/>
                  <a:ext cx="2268" cy="2268"/>
                </a:xfrm>
                <a:prstGeom prst="roundRect">
                  <a:avLst>
                    <a:gd name="adj" fmla="val 11905"/>
                  </a:avLst>
                </a:prstGeom>
                <a:gradFill>
                  <a:gsLst>
                    <a:gs pos="46000">
                      <a:schemeClr val="accent1">
                        <a:lumMod val="0"/>
                        <a:alpha val="0"/>
                        <a:lumOff val="100000"/>
                      </a:schemeClr>
                    </a:gs>
                    <a:gs pos="100000">
                      <a:srgbClr val="5FC8CE">
                        <a:alpha val="34000"/>
                      </a:srgbClr>
                    </a:gs>
                  </a:gsLst>
                  <a:lin ang="2700000" scaled="0"/>
                </a:gradFill>
                <a:ln w="15875">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17" name="图片 16" descr="HYD-30-50K-T1-透视图(1) 没连采集器"/>
              <p:cNvPicPr>
                <a:picLocks noChangeAspect="1"/>
              </p:cNvPicPr>
              <p:nvPr/>
            </p:nvPicPr>
            <p:blipFill>
              <a:blip r:embed="rId4"/>
              <a:srcRect l="23890" t="17179" r="26789" b="17589"/>
              <a:stretch>
                <a:fillRect/>
              </a:stretch>
            </p:blipFill>
            <p:spPr>
              <a:xfrm>
                <a:off x="1177" y="4039"/>
                <a:ext cx="1289" cy="1209"/>
              </a:xfrm>
              <a:prstGeom prst="rect">
                <a:avLst/>
              </a:prstGeom>
            </p:spPr>
          </p:pic>
        </p:grpSp>
      </p:grpSp>
      <p:pic>
        <p:nvPicPr>
          <p:cNvPr id="18" name="图片 17"/>
          <p:cNvPicPr>
            <a:picLocks noChangeAspect="1"/>
          </p:cNvPicPr>
          <p:nvPr/>
        </p:nvPicPr>
        <p:blipFill>
          <a:blip r:embed="rId2"/>
          <a:stretch>
            <a:fillRect/>
          </a:stretch>
        </p:blipFill>
        <p:spPr>
          <a:xfrm>
            <a:off x="4427220" y="4979670"/>
            <a:ext cx="825500" cy="1537970"/>
          </a:xfrm>
          <a:prstGeom prst="rect">
            <a:avLst/>
          </a:prstGeom>
        </p:spPr>
      </p:pic>
      <p:sp>
        <p:nvSpPr>
          <p:cNvPr id="19" name="文本框 18"/>
          <p:cNvSpPr txBox="1"/>
          <p:nvPr/>
        </p:nvSpPr>
        <p:spPr>
          <a:xfrm>
            <a:off x="3335020" y="6540500"/>
            <a:ext cx="15411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Storage Cabinets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21" name="文本框 20"/>
          <p:cNvSpPr txBox="1"/>
          <p:nvPr/>
        </p:nvSpPr>
        <p:spPr>
          <a:xfrm>
            <a:off x="1837690" y="4320540"/>
            <a:ext cx="11347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PV inverters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23" name="文本框 22"/>
          <p:cNvSpPr txBox="1"/>
          <p:nvPr/>
        </p:nvSpPr>
        <p:spPr>
          <a:xfrm>
            <a:off x="6244590" y="1637030"/>
            <a:ext cx="1408430"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Backup Cabinet</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152" name="组合 151"/>
          <p:cNvGrpSpPr>
            <a:grpSpLocks noChangeAspect="1"/>
          </p:cNvGrpSpPr>
          <p:nvPr/>
        </p:nvGrpSpPr>
        <p:grpSpPr>
          <a:xfrm>
            <a:off x="9491345" y="2757170"/>
            <a:ext cx="768985" cy="768985"/>
            <a:chOff x="12202" y="6742"/>
            <a:chExt cx="780" cy="780"/>
          </a:xfrm>
        </p:grpSpPr>
        <p:sp>
          <p:nvSpPr>
            <p:cNvPr id="133" name="圆角矩形 132"/>
            <p:cNvSpPr/>
            <p:nvPr/>
          </p:nvSpPr>
          <p:spPr>
            <a:xfrm>
              <a:off x="12202" y="6742"/>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51" name="图片 150" descr="Diesel Generator"/>
            <p:cNvPicPr>
              <a:picLocks noChangeAspect="1"/>
            </p:cNvPicPr>
            <p:nvPr/>
          </p:nvPicPr>
          <p:blipFill>
            <a:blip r:embed="rId5"/>
            <a:stretch>
              <a:fillRect/>
            </a:stretch>
          </p:blipFill>
          <p:spPr>
            <a:xfrm>
              <a:off x="12309" y="6854"/>
              <a:ext cx="567" cy="557"/>
            </a:xfrm>
            <a:prstGeom prst="rect">
              <a:avLst/>
            </a:prstGeom>
          </p:spPr>
        </p:pic>
      </p:grpSp>
      <p:sp>
        <p:nvSpPr>
          <p:cNvPr id="29" name="文本框 28"/>
          <p:cNvSpPr txBox="1"/>
          <p:nvPr/>
        </p:nvSpPr>
        <p:spPr>
          <a:xfrm>
            <a:off x="10340340" y="2986405"/>
            <a:ext cx="490855" cy="275590"/>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DG</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37" name="文本框 36"/>
          <p:cNvSpPr txBox="1"/>
          <p:nvPr/>
        </p:nvSpPr>
        <p:spPr>
          <a:xfrm>
            <a:off x="10340340" y="3910330"/>
            <a:ext cx="587375" cy="275590"/>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Load</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41" name="组合 40"/>
          <p:cNvGrpSpPr>
            <a:grpSpLocks noChangeAspect="1"/>
          </p:cNvGrpSpPr>
          <p:nvPr/>
        </p:nvGrpSpPr>
        <p:grpSpPr>
          <a:xfrm>
            <a:off x="9477375" y="3684905"/>
            <a:ext cx="732790" cy="732790"/>
            <a:chOff x="6796" y="7895"/>
            <a:chExt cx="780" cy="780"/>
          </a:xfrm>
        </p:grpSpPr>
        <p:sp>
          <p:nvSpPr>
            <p:cNvPr id="64" name="圆角矩形 63"/>
            <p:cNvSpPr/>
            <p:nvPr/>
          </p:nvSpPr>
          <p:spPr>
            <a:xfrm>
              <a:off x="6796"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86" name="图片 85" descr="Smart Loads"/>
            <p:cNvPicPr>
              <a:picLocks noChangeAspect="1"/>
            </p:cNvPicPr>
            <p:nvPr/>
          </p:nvPicPr>
          <p:blipFill>
            <a:blip r:embed="rId6"/>
            <a:stretch>
              <a:fillRect/>
            </a:stretch>
          </p:blipFill>
          <p:spPr>
            <a:xfrm>
              <a:off x="6855" y="8056"/>
              <a:ext cx="663" cy="459"/>
            </a:xfrm>
            <a:prstGeom prst="rect">
              <a:avLst/>
            </a:prstGeom>
          </p:spPr>
        </p:pic>
      </p:grpSp>
      <p:sp>
        <p:nvSpPr>
          <p:cNvPr id="13" name="文本框 12"/>
          <p:cNvSpPr txBox="1"/>
          <p:nvPr/>
        </p:nvSpPr>
        <p:spPr>
          <a:xfrm>
            <a:off x="3999230" y="5410835"/>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8" name="文本框 7"/>
          <p:cNvSpPr txBox="1"/>
          <p:nvPr/>
        </p:nvSpPr>
        <p:spPr>
          <a:xfrm rot="5400000">
            <a:off x="2163445" y="3021330"/>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22" name="矩形 21"/>
          <p:cNvSpPr/>
          <p:nvPr/>
        </p:nvSpPr>
        <p:spPr>
          <a:xfrm>
            <a:off x="5313045" y="1912620"/>
            <a:ext cx="3132455" cy="2876550"/>
          </a:xfrm>
          <a:prstGeom prst="rect">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116" name="图片 115"/>
          <p:cNvPicPr>
            <a:picLocks noChangeAspect="1"/>
          </p:cNvPicPr>
          <p:nvPr/>
        </p:nvPicPr>
        <p:blipFill>
          <a:blip r:embed="rId7"/>
          <a:stretch>
            <a:fillRect/>
          </a:stretch>
        </p:blipFill>
        <p:spPr>
          <a:xfrm rot="5400000">
            <a:off x="5666740" y="2263775"/>
            <a:ext cx="188595" cy="476885"/>
          </a:xfrm>
          <a:prstGeom prst="rect">
            <a:avLst/>
          </a:prstGeom>
          <a:ln w="15875">
            <a:noFill/>
          </a:ln>
        </p:spPr>
      </p:pic>
      <p:pic>
        <p:nvPicPr>
          <p:cNvPr id="31" name="图片 30"/>
          <p:cNvPicPr>
            <a:picLocks noChangeAspect="1"/>
          </p:cNvPicPr>
          <p:nvPr/>
        </p:nvPicPr>
        <p:blipFill>
          <a:blip r:embed="rId7"/>
          <a:stretch>
            <a:fillRect/>
          </a:stretch>
        </p:blipFill>
        <p:spPr>
          <a:xfrm rot="5400000">
            <a:off x="5666740" y="2560320"/>
            <a:ext cx="188595" cy="476885"/>
          </a:xfrm>
          <a:prstGeom prst="rect">
            <a:avLst/>
          </a:prstGeom>
          <a:ln w="15875">
            <a:noFill/>
          </a:ln>
        </p:spPr>
      </p:pic>
      <p:pic>
        <p:nvPicPr>
          <p:cNvPr id="32" name="图片 31"/>
          <p:cNvPicPr>
            <a:picLocks noChangeAspect="1"/>
          </p:cNvPicPr>
          <p:nvPr/>
        </p:nvPicPr>
        <p:blipFill>
          <a:blip r:embed="rId7"/>
          <a:stretch>
            <a:fillRect/>
          </a:stretch>
        </p:blipFill>
        <p:spPr>
          <a:xfrm rot="5400000">
            <a:off x="5664835" y="2926080"/>
            <a:ext cx="188595" cy="476885"/>
          </a:xfrm>
          <a:prstGeom prst="rect">
            <a:avLst/>
          </a:prstGeom>
          <a:ln w="15875">
            <a:noFill/>
          </a:ln>
        </p:spPr>
      </p:pic>
      <p:pic>
        <p:nvPicPr>
          <p:cNvPr id="33" name="图片 32"/>
          <p:cNvPicPr>
            <a:picLocks noChangeAspect="1"/>
          </p:cNvPicPr>
          <p:nvPr/>
        </p:nvPicPr>
        <p:blipFill>
          <a:blip r:embed="rId7"/>
          <a:stretch>
            <a:fillRect/>
          </a:stretch>
        </p:blipFill>
        <p:spPr>
          <a:xfrm rot="5400000">
            <a:off x="5664835" y="3206115"/>
            <a:ext cx="188595" cy="476885"/>
          </a:xfrm>
          <a:prstGeom prst="rect">
            <a:avLst/>
          </a:prstGeom>
          <a:ln w="15875">
            <a:noFill/>
          </a:ln>
        </p:spPr>
      </p:pic>
      <p:sp>
        <p:nvSpPr>
          <p:cNvPr id="48" name="文本框 47"/>
          <p:cNvSpPr txBox="1"/>
          <p:nvPr/>
        </p:nvSpPr>
        <p:spPr>
          <a:xfrm>
            <a:off x="5541645" y="2376805"/>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63" name="文本框 62"/>
          <p:cNvSpPr txBox="1"/>
          <p:nvPr/>
        </p:nvSpPr>
        <p:spPr>
          <a:xfrm>
            <a:off x="5541645" y="3034665"/>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cxnSp>
        <p:nvCxnSpPr>
          <p:cNvPr id="69" name="直接连接符 68"/>
          <p:cNvCxnSpPr/>
          <p:nvPr/>
        </p:nvCxnSpPr>
        <p:spPr>
          <a:xfrm>
            <a:off x="6006465" y="2362835"/>
            <a:ext cx="4445" cy="126000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pic>
        <p:nvPicPr>
          <p:cNvPr id="73" name="图片 72"/>
          <p:cNvPicPr>
            <a:picLocks noChangeAspect="1"/>
          </p:cNvPicPr>
          <p:nvPr/>
        </p:nvPicPr>
        <p:blipFill>
          <a:blip r:embed="rId7"/>
          <a:stretch>
            <a:fillRect/>
          </a:stretch>
        </p:blipFill>
        <p:spPr>
          <a:xfrm rot="5400000">
            <a:off x="6982460" y="3249930"/>
            <a:ext cx="188595" cy="476885"/>
          </a:xfrm>
          <a:prstGeom prst="rect">
            <a:avLst/>
          </a:prstGeom>
          <a:ln w="15875">
            <a:noFill/>
          </a:ln>
        </p:spPr>
      </p:pic>
      <p:pic>
        <p:nvPicPr>
          <p:cNvPr id="76" name="图片 75"/>
          <p:cNvPicPr>
            <a:picLocks noChangeAspect="1"/>
          </p:cNvPicPr>
          <p:nvPr/>
        </p:nvPicPr>
        <p:blipFill>
          <a:blip r:embed="rId7"/>
          <a:stretch>
            <a:fillRect/>
          </a:stretch>
        </p:blipFill>
        <p:spPr>
          <a:xfrm rot="5400000">
            <a:off x="6727190" y="2398395"/>
            <a:ext cx="188595" cy="476885"/>
          </a:xfrm>
          <a:prstGeom prst="rect">
            <a:avLst/>
          </a:prstGeom>
          <a:ln w="15875">
            <a:noFill/>
          </a:ln>
        </p:spPr>
      </p:pic>
      <p:cxnSp>
        <p:nvCxnSpPr>
          <p:cNvPr id="77" name="直接连接符 76"/>
          <p:cNvCxnSpPr/>
          <p:nvPr/>
        </p:nvCxnSpPr>
        <p:spPr>
          <a:xfrm flipV="1">
            <a:off x="6003608" y="3488690"/>
            <a:ext cx="834390" cy="317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78" name="直接连接符 77"/>
          <p:cNvCxnSpPr>
            <a:endCxn id="76" idx="2"/>
          </p:cNvCxnSpPr>
          <p:nvPr/>
        </p:nvCxnSpPr>
        <p:spPr>
          <a:xfrm>
            <a:off x="6004243" y="2632710"/>
            <a:ext cx="578485" cy="444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80" name="直接连接符 79"/>
          <p:cNvCxnSpPr/>
          <p:nvPr/>
        </p:nvCxnSpPr>
        <p:spPr>
          <a:xfrm>
            <a:off x="7305993" y="3494405"/>
            <a:ext cx="1852295" cy="698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81" name="直接连接符 80"/>
          <p:cNvCxnSpPr/>
          <p:nvPr/>
        </p:nvCxnSpPr>
        <p:spPr>
          <a:xfrm>
            <a:off x="7052628" y="2650490"/>
            <a:ext cx="651510" cy="127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83" name="圆角矩形 82"/>
          <p:cNvSpPr/>
          <p:nvPr/>
        </p:nvSpPr>
        <p:spPr>
          <a:xfrm>
            <a:off x="6605270" y="4062730"/>
            <a:ext cx="1332865" cy="533400"/>
          </a:xfrm>
          <a:prstGeom prst="roundRect">
            <a:avLst/>
          </a:prstGeom>
          <a:ln w="15875">
            <a:solidFill>
              <a:schemeClr val="accent1"/>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84" name="文本框 83"/>
          <p:cNvSpPr txBox="1"/>
          <p:nvPr/>
        </p:nvSpPr>
        <p:spPr>
          <a:xfrm>
            <a:off x="6736080" y="4191635"/>
            <a:ext cx="1029970"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Controller</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cxnSp>
        <p:nvCxnSpPr>
          <p:cNvPr id="87" name="肘形连接符 86"/>
          <p:cNvCxnSpPr/>
          <p:nvPr/>
        </p:nvCxnSpPr>
        <p:spPr>
          <a:xfrm rot="16200000">
            <a:off x="3345180" y="4704715"/>
            <a:ext cx="657860" cy="3175"/>
          </a:xfrm>
          <a:prstGeom prst="bentConnector2">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88" name="肘形连接符 87"/>
          <p:cNvCxnSpPr/>
          <p:nvPr/>
        </p:nvCxnSpPr>
        <p:spPr>
          <a:xfrm rot="16200000">
            <a:off x="4723130" y="4772660"/>
            <a:ext cx="528320" cy="3175"/>
          </a:xfrm>
          <a:prstGeom prst="bentConnector3">
            <a:avLst>
              <a:gd name="adj1" fmla="val 49940"/>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89" name="直接连接符 88"/>
          <p:cNvCxnSpPr/>
          <p:nvPr/>
        </p:nvCxnSpPr>
        <p:spPr>
          <a:xfrm flipV="1">
            <a:off x="3668713" y="4370070"/>
            <a:ext cx="2926080" cy="1524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93" name="直接连接符 92"/>
          <p:cNvCxnSpPr/>
          <p:nvPr/>
        </p:nvCxnSpPr>
        <p:spPr>
          <a:xfrm flipV="1">
            <a:off x="4974908" y="4498340"/>
            <a:ext cx="1607820" cy="3175"/>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94" name="肘形连接符 93"/>
          <p:cNvCxnSpPr/>
          <p:nvPr/>
        </p:nvCxnSpPr>
        <p:spPr>
          <a:xfrm flipV="1">
            <a:off x="7938135" y="2506345"/>
            <a:ext cx="998855" cy="1823085"/>
          </a:xfrm>
          <a:prstGeom prst="bentConnector2">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42" name="直接箭头连接符 41"/>
          <p:cNvCxnSpPr/>
          <p:nvPr/>
        </p:nvCxnSpPr>
        <p:spPr>
          <a:xfrm>
            <a:off x="6656070" y="2632710"/>
            <a:ext cx="360000"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6423025" y="5584825"/>
            <a:ext cx="2374900" cy="778510"/>
            <a:chOff x="1248" y="7230"/>
            <a:chExt cx="3740" cy="1226"/>
          </a:xfrm>
        </p:grpSpPr>
        <p:cxnSp>
          <p:nvCxnSpPr>
            <p:cNvPr id="44" name="直接连接符 43"/>
            <p:cNvCxnSpPr/>
            <p:nvPr/>
          </p:nvCxnSpPr>
          <p:spPr>
            <a:xfrm>
              <a:off x="1248" y="8103"/>
              <a:ext cx="1134"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45" name="直接连接符 44"/>
            <p:cNvCxnSpPr/>
            <p:nvPr/>
          </p:nvCxnSpPr>
          <p:spPr>
            <a:xfrm>
              <a:off x="1248" y="7482"/>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46" name="文本框 45"/>
            <p:cNvSpPr txBox="1"/>
            <p:nvPr/>
          </p:nvSpPr>
          <p:spPr>
            <a:xfrm>
              <a:off x="2646" y="7230"/>
              <a:ext cx="1787" cy="434"/>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power line </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52" name="文本框 51"/>
            <p:cNvSpPr txBox="1"/>
            <p:nvPr/>
          </p:nvSpPr>
          <p:spPr>
            <a:xfrm>
              <a:off x="2646" y="7732"/>
              <a:ext cx="2342" cy="725"/>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communication (RS485/ETH)</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sp>
        <p:nvSpPr>
          <p:cNvPr id="61" name="文本框 60"/>
          <p:cNvSpPr txBox="1"/>
          <p:nvPr/>
        </p:nvSpPr>
        <p:spPr>
          <a:xfrm>
            <a:off x="1058545" y="828675"/>
            <a:ext cx="9705340" cy="772160"/>
          </a:xfrm>
          <a:prstGeom prst="rect">
            <a:avLst/>
          </a:prstGeom>
        </p:spPr>
        <p:txBody>
          <a:bodyPr>
            <a:noAutofit/>
          </a:bodyPr>
          <a:p>
            <a:pPr algn="l">
              <a:lnSpc>
                <a:spcPct val="100000"/>
              </a:lnSpc>
              <a:buClrTx/>
              <a:buSzTx/>
              <a:buNone/>
            </a:pPr>
            <a:r>
              <a:rPr lang="en-US" altLang="zh-CN" sz="1600" b="1" i="0">
                <a:solidFill>
                  <a:srgbClr val="595757"/>
                </a:solidFill>
              </a:rPr>
              <a:t>Mode 1 (grid-tide):</a:t>
            </a:r>
            <a:endParaRPr lang="en-US" altLang="zh-CN" sz="1600" b="1" i="0">
              <a:solidFill>
                <a:srgbClr val="595757"/>
              </a:solidFill>
            </a:endParaRPr>
          </a:p>
          <a:p>
            <a:r>
              <a:rPr lang="en-US" altLang="zh-CN" sz="1600" b="0" i="0">
                <a:solidFill>
                  <a:srgbClr val="595757"/>
                </a:solidFill>
              </a:rPr>
              <a:t>In </a:t>
            </a:r>
            <a:r>
              <a:rPr lang="en-US" altLang="zh-CN" sz="1600" b="0" i="0">
                <a:solidFill>
                  <a:srgbClr val="595757"/>
                </a:solidFill>
              </a:rPr>
              <a:t>gird-tied mode, the backup cabinet work as the junction cabinet, both the PV and the storage cabinets are controlled together to realize different functionalities, e.g. peak shaving, self-consumption, etc.</a:t>
            </a:r>
            <a:endParaRPr lang="en-US" altLang="zh-CN" sz="1600" b="0" i="0">
              <a:solidFill>
                <a:srgbClr val="595757"/>
              </a:solidFill>
            </a:endParaRPr>
          </a:p>
        </p:txBody>
      </p:sp>
      <p:grpSp>
        <p:nvGrpSpPr>
          <p:cNvPr id="67" name="组合 66"/>
          <p:cNvGrpSpPr>
            <a:grpSpLocks noChangeAspect="1"/>
          </p:cNvGrpSpPr>
          <p:nvPr/>
        </p:nvGrpSpPr>
        <p:grpSpPr>
          <a:xfrm>
            <a:off x="9450070" y="1799590"/>
            <a:ext cx="789305" cy="789305"/>
            <a:chOff x="14620" y="4385"/>
            <a:chExt cx="780" cy="780"/>
          </a:xfrm>
        </p:grpSpPr>
        <p:sp>
          <p:nvSpPr>
            <p:cNvPr id="71" name="圆角矩形 70"/>
            <p:cNvSpPr/>
            <p:nvPr/>
          </p:nvSpPr>
          <p:spPr>
            <a:xfrm>
              <a:off x="14620" y="438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79" name="图片 78" descr="Grid"/>
            <p:cNvPicPr>
              <a:picLocks noChangeAspect="1"/>
            </p:cNvPicPr>
            <p:nvPr/>
          </p:nvPicPr>
          <p:blipFill>
            <a:blip r:embed="rId8"/>
            <a:stretch>
              <a:fillRect/>
            </a:stretch>
          </p:blipFill>
          <p:spPr>
            <a:xfrm>
              <a:off x="14765" y="4539"/>
              <a:ext cx="490" cy="473"/>
            </a:xfrm>
            <a:prstGeom prst="rect">
              <a:avLst/>
            </a:prstGeom>
          </p:spPr>
        </p:pic>
      </p:grpSp>
      <p:sp>
        <p:nvSpPr>
          <p:cNvPr id="27" name="文本框 26"/>
          <p:cNvSpPr txBox="1"/>
          <p:nvPr/>
        </p:nvSpPr>
        <p:spPr>
          <a:xfrm>
            <a:off x="10340340" y="2062480"/>
            <a:ext cx="587375" cy="275590"/>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Grid</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35" name="组合 34"/>
          <p:cNvGrpSpPr/>
          <p:nvPr/>
        </p:nvGrpSpPr>
        <p:grpSpPr>
          <a:xfrm>
            <a:off x="8689023" y="2010728"/>
            <a:ext cx="495300" cy="495300"/>
            <a:chOff x="12608" y="4385"/>
            <a:chExt cx="780" cy="780"/>
          </a:xfrm>
        </p:grpSpPr>
        <p:sp>
          <p:nvSpPr>
            <p:cNvPr id="70" name="圆角矩形 69"/>
            <p:cNvSpPr/>
            <p:nvPr/>
          </p:nvSpPr>
          <p:spPr>
            <a:xfrm>
              <a:off x="12608" y="438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82" name="图片 81" descr="Import Meter"/>
            <p:cNvPicPr>
              <a:picLocks noChangeAspect="1"/>
            </p:cNvPicPr>
            <p:nvPr/>
          </p:nvPicPr>
          <p:blipFill>
            <a:blip r:embed="rId9"/>
            <a:stretch>
              <a:fillRect/>
            </a:stretch>
          </p:blipFill>
          <p:spPr>
            <a:xfrm>
              <a:off x="12713" y="4466"/>
              <a:ext cx="570" cy="618"/>
            </a:xfrm>
            <a:prstGeom prst="rect">
              <a:avLst/>
            </a:prstGeom>
          </p:spPr>
        </p:pic>
      </p:grpSp>
      <p:cxnSp>
        <p:nvCxnSpPr>
          <p:cNvPr id="38" name="直接连接符 37"/>
          <p:cNvCxnSpPr>
            <a:stCxn id="59" idx="0"/>
          </p:cNvCxnSpPr>
          <p:nvPr/>
        </p:nvCxnSpPr>
        <p:spPr>
          <a:xfrm>
            <a:off x="8179753" y="3119120"/>
            <a:ext cx="1327150" cy="381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pic>
        <p:nvPicPr>
          <p:cNvPr id="39" name="图片 38"/>
          <p:cNvPicPr>
            <a:picLocks noChangeAspect="1"/>
          </p:cNvPicPr>
          <p:nvPr/>
        </p:nvPicPr>
        <p:blipFill>
          <a:blip r:embed="rId7"/>
          <a:stretch>
            <a:fillRect/>
          </a:stretch>
        </p:blipFill>
        <p:spPr>
          <a:xfrm rot="5400000">
            <a:off x="7847330" y="1995805"/>
            <a:ext cx="188595" cy="476885"/>
          </a:xfrm>
          <a:prstGeom prst="rect">
            <a:avLst/>
          </a:prstGeom>
          <a:ln w="15875">
            <a:noFill/>
          </a:ln>
        </p:spPr>
      </p:pic>
      <p:cxnSp>
        <p:nvCxnSpPr>
          <p:cNvPr id="40" name="直接连接符 39"/>
          <p:cNvCxnSpPr/>
          <p:nvPr/>
        </p:nvCxnSpPr>
        <p:spPr>
          <a:xfrm>
            <a:off x="8179753" y="2235835"/>
            <a:ext cx="513715" cy="444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58" name="直接连接符 57"/>
          <p:cNvCxnSpPr/>
          <p:nvPr/>
        </p:nvCxnSpPr>
        <p:spPr>
          <a:xfrm>
            <a:off x="9176068" y="2246630"/>
            <a:ext cx="280670" cy="127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pic>
        <p:nvPicPr>
          <p:cNvPr id="59" name="图片 58"/>
          <p:cNvPicPr>
            <a:picLocks noChangeAspect="1"/>
          </p:cNvPicPr>
          <p:nvPr/>
        </p:nvPicPr>
        <p:blipFill>
          <a:blip r:embed="rId7"/>
          <a:stretch>
            <a:fillRect/>
          </a:stretch>
        </p:blipFill>
        <p:spPr>
          <a:xfrm rot="5400000">
            <a:off x="7847330" y="2880360"/>
            <a:ext cx="188595" cy="476885"/>
          </a:xfrm>
          <a:prstGeom prst="rect">
            <a:avLst/>
          </a:prstGeom>
          <a:ln w="15875">
            <a:noFill/>
          </a:ln>
        </p:spPr>
      </p:pic>
      <p:cxnSp>
        <p:nvCxnSpPr>
          <p:cNvPr id="60" name="直接连接符 59"/>
          <p:cNvCxnSpPr>
            <a:stCxn id="59" idx="2"/>
            <a:endCxn id="39" idx="2"/>
          </p:cNvCxnSpPr>
          <p:nvPr/>
        </p:nvCxnSpPr>
        <p:spPr>
          <a:xfrm flipV="1">
            <a:off x="7702868" y="2234565"/>
            <a:ext cx="0" cy="88455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62" name="文本框 61"/>
          <p:cNvSpPr txBox="1"/>
          <p:nvPr/>
        </p:nvSpPr>
        <p:spPr>
          <a:xfrm>
            <a:off x="6523990" y="2247900"/>
            <a:ext cx="685800"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STS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cxnSp>
        <p:nvCxnSpPr>
          <p:cNvPr id="65" name="直接连接符 64"/>
          <p:cNvCxnSpPr/>
          <p:nvPr/>
        </p:nvCxnSpPr>
        <p:spPr>
          <a:xfrm>
            <a:off x="9148763" y="4029710"/>
            <a:ext cx="328295" cy="127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66" name="直接连接符 65"/>
          <p:cNvCxnSpPr/>
          <p:nvPr/>
        </p:nvCxnSpPr>
        <p:spPr>
          <a:xfrm>
            <a:off x="9155113" y="3496945"/>
            <a:ext cx="3175" cy="52705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20" name="肘形连接符 19"/>
          <p:cNvCxnSpPr/>
          <p:nvPr/>
        </p:nvCxnSpPr>
        <p:spPr>
          <a:xfrm>
            <a:off x="2900680" y="3885565"/>
            <a:ext cx="3688715" cy="320040"/>
          </a:xfrm>
          <a:prstGeom prst="bentConnector3">
            <a:avLst>
              <a:gd name="adj1" fmla="val 29781"/>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68" name="直接箭头连接符 67"/>
          <p:cNvCxnSpPr/>
          <p:nvPr/>
        </p:nvCxnSpPr>
        <p:spPr>
          <a:xfrm>
            <a:off x="7766050" y="2240280"/>
            <a:ext cx="360000"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6838315" y="3488055"/>
            <a:ext cx="360000"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a:off x="5520690" y="2523490"/>
            <a:ext cx="360000"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5520690" y="2787015"/>
            <a:ext cx="360000"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a:off x="5522595" y="3164840"/>
            <a:ext cx="360000"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p:nvPr/>
        </p:nvCxnSpPr>
        <p:spPr>
          <a:xfrm>
            <a:off x="5522595" y="3444875"/>
            <a:ext cx="360000"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99" name="组合 98"/>
          <p:cNvGrpSpPr/>
          <p:nvPr/>
        </p:nvGrpSpPr>
        <p:grpSpPr>
          <a:xfrm rot="18540000">
            <a:off x="7734300" y="2931160"/>
            <a:ext cx="359410" cy="364490"/>
            <a:chOff x="14546" y="7818"/>
            <a:chExt cx="566" cy="574"/>
          </a:xfrm>
        </p:grpSpPr>
        <p:cxnSp>
          <p:nvCxnSpPr>
            <p:cNvPr id="96" name="直接箭头连接符 95"/>
            <p:cNvCxnSpPr/>
            <p:nvPr/>
          </p:nvCxnSpPr>
          <p:spPr>
            <a:xfrm>
              <a:off x="14546" y="8101"/>
              <a:ext cx="567"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p:nvPr/>
          </p:nvCxnSpPr>
          <p:spPr>
            <a:xfrm flipH="1">
              <a:off x="14813" y="7818"/>
              <a:ext cx="9" cy="574"/>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36" name="直接连接符 35"/>
          <p:cNvCxnSpPr/>
          <p:nvPr/>
        </p:nvCxnSpPr>
        <p:spPr>
          <a:xfrm>
            <a:off x="8936673" y="3251200"/>
            <a:ext cx="554990" cy="508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cxnSp>
        <p:nvCxnSpPr>
          <p:cNvPr id="25" name="肘形连接符 24"/>
          <p:cNvCxnSpPr>
            <a:stCxn id="3" idx="0"/>
            <a:endCxn id="32" idx="2"/>
          </p:cNvCxnSpPr>
          <p:nvPr/>
        </p:nvCxnSpPr>
        <p:spPr>
          <a:xfrm rot="16200000">
            <a:off x="3609023" y="3068003"/>
            <a:ext cx="1814830" cy="2008505"/>
          </a:xfrm>
          <a:prstGeom prst="bentConnector2">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26" name="肘形连接符 25"/>
          <p:cNvCxnSpPr>
            <a:stCxn id="18" idx="0"/>
            <a:endCxn id="33" idx="2"/>
          </p:cNvCxnSpPr>
          <p:nvPr/>
        </p:nvCxnSpPr>
        <p:spPr>
          <a:xfrm rot="16200000">
            <a:off x="4412933" y="3871913"/>
            <a:ext cx="1534795" cy="680720"/>
          </a:xfrm>
          <a:prstGeom prst="bentConnector2">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24" name="直接连接符 23"/>
          <p:cNvCxnSpPr/>
          <p:nvPr/>
        </p:nvCxnSpPr>
        <p:spPr>
          <a:xfrm flipV="1">
            <a:off x="2900363" y="2502535"/>
            <a:ext cx="2621915" cy="444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90" name="肘形连接符 89"/>
          <p:cNvCxnSpPr>
            <a:stCxn id="16" idx="3"/>
            <a:endCxn id="31" idx="2"/>
          </p:cNvCxnSpPr>
          <p:nvPr/>
        </p:nvCxnSpPr>
        <p:spPr>
          <a:xfrm flipV="1">
            <a:off x="2900680" y="2799080"/>
            <a:ext cx="2621915" cy="955040"/>
          </a:xfrm>
          <a:prstGeom prst="bentConnector3">
            <a:avLst>
              <a:gd name="adj1" fmla="val 12957"/>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47" name="肘形连接符 46"/>
          <p:cNvCxnSpPr/>
          <p:nvPr/>
        </p:nvCxnSpPr>
        <p:spPr>
          <a:xfrm rot="16200000">
            <a:off x="2607305" y="3196585"/>
            <a:ext cx="936000" cy="3175"/>
          </a:xfrm>
          <a:prstGeom prst="bentConnector2">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50" name="直接连接符 49"/>
          <p:cNvCxnSpPr/>
          <p:nvPr/>
        </p:nvCxnSpPr>
        <p:spPr>
          <a:xfrm>
            <a:off x="2899728" y="2701925"/>
            <a:ext cx="180000"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51" name="直接连接符 50"/>
          <p:cNvCxnSpPr/>
          <p:nvPr/>
        </p:nvCxnSpPr>
        <p:spPr>
          <a:xfrm>
            <a:off x="2900363" y="3696970"/>
            <a:ext cx="180000"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sp>
        <p:nvSpPr>
          <p:cNvPr id="2" name="文本占位符 2"/>
          <p:cNvSpPr>
            <a:spLocks noGrp="1"/>
          </p:cNvSpPr>
          <p:nvPr>
            <p:custDataLst>
              <p:tags r:id="rId1"/>
            </p:custDataLst>
          </p:nvPr>
        </p:nvSpPr>
        <p:spPr>
          <a:xfrm>
            <a:off x="953770" y="398145"/>
            <a:ext cx="8063865" cy="316865"/>
          </a:xfrm>
          <a:prstGeom prst="rect">
            <a:avLst/>
          </a:prstGeom>
        </p:spPr>
        <p:txBody>
          <a:bodyPr/>
          <a:lstStyle>
            <a:lvl1pPr marL="0" indent="0" algn="l" defTabSz="914400" rtl="0" eaLnBrk="1" latinLnBrk="0" hangingPunct="1">
              <a:lnSpc>
                <a:spcPct val="90000"/>
              </a:lnSpc>
              <a:spcBef>
                <a:spcPct val="20000"/>
              </a:spcBef>
              <a:spcAft>
                <a:spcPts val="0"/>
              </a:spcAft>
              <a:buFont typeface="Arial" panose="020B0604020202020204" pitchFamily="34" charset="0"/>
              <a:buNone/>
              <a:defRPr lang="zh-CN" altLang="en-US" sz="2000" b="1" u="none" strike="noStrike" kern="1200" cap="none" spc="0" normalizeH="0" baseline="0">
                <a:solidFill>
                  <a:srgbClr val="3A70D3"/>
                </a:solidFill>
                <a:uFillTx/>
                <a:latin typeface="微软雅黑" panose="020B0503020204020204" charset="-122"/>
                <a:ea typeface="微软雅黑" panose="020B0503020204020204" charset="-122"/>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1800" dirty="0">
                <a:sym typeface="+mn-ea"/>
              </a:rPr>
              <a:t>Micro-Grid Solution for C&amp;I</a:t>
            </a:r>
            <a:endParaRPr lang="en-US" altLang="zh-CN" sz="1800" dirty="0">
              <a:sym typeface="+mn-ea"/>
            </a:endParaRPr>
          </a:p>
        </p:txBody>
      </p:sp>
      <p:pic>
        <p:nvPicPr>
          <p:cNvPr id="3" name="图片 2"/>
          <p:cNvPicPr>
            <a:picLocks noChangeAspect="1"/>
          </p:cNvPicPr>
          <p:nvPr/>
        </p:nvPicPr>
        <p:blipFill>
          <a:blip r:embed="rId2"/>
          <a:stretch>
            <a:fillRect/>
          </a:stretch>
        </p:blipFill>
        <p:spPr>
          <a:xfrm>
            <a:off x="3099435" y="4979670"/>
            <a:ext cx="825500" cy="1537970"/>
          </a:xfrm>
          <a:prstGeom prst="rect">
            <a:avLst/>
          </a:prstGeom>
        </p:spPr>
      </p:pic>
      <p:grpSp>
        <p:nvGrpSpPr>
          <p:cNvPr id="5" name="组合 4"/>
          <p:cNvGrpSpPr/>
          <p:nvPr/>
        </p:nvGrpSpPr>
        <p:grpSpPr>
          <a:xfrm>
            <a:off x="890270" y="2011680"/>
            <a:ext cx="2010410" cy="990600"/>
            <a:chOff x="1402" y="2175"/>
            <a:chExt cx="3166" cy="1560"/>
          </a:xfrm>
        </p:grpSpPr>
        <p:cxnSp>
          <p:nvCxnSpPr>
            <p:cNvPr id="34" name="直接连接符 33"/>
            <p:cNvCxnSpPr/>
            <p:nvPr/>
          </p:nvCxnSpPr>
          <p:spPr>
            <a:xfrm>
              <a:off x="2182" y="3006"/>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grpSp>
          <p:nvGrpSpPr>
            <p:cNvPr id="4" name="组合 3"/>
            <p:cNvGrpSpPr/>
            <p:nvPr/>
          </p:nvGrpSpPr>
          <p:grpSpPr>
            <a:xfrm>
              <a:off x="1402" y="2616"/>
              <a:ext cx="780" cy="780"/>
              <a:chOff x="815" y="7895"/>
              <a:chExt cx="780" cy="780"/>
            </a:xfrm>
          </p:grpSpPr>
          <p:sp>
            <p:nvSpPr>
              <p:cNvPr id="142" name="圆角矩形 141"/>
              <p:cNvSpPr/>
              <p:nvPr/>
            </p:nvSpPr>
            <p:spPr>
              <a:xfrm>
                <a:off x="815"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43" name="图片 142" descr="pv"/>
              <p:cNvPicPr>
                <a:picLocks noChangeAspect="1"/>
              </p:cNvPicPr>
              <p:nvPr/>
            </p:nvPicPr>
            <p:blipFill>
              <a:blip r:embed="rId3"/>
              <a:stretch>
                <a:fillRect/>
              </a:stretch>
            </p:blipFill>
            <p:spPr>
              <a:xfrm>
                <a:off x="915" y="8057"/>
                <a:ext cx="580" cy="532"/>
              </a:xfrm>
              <a:prstGeom prst="rect">
                <a:avLst/>
              </a:prstGeom>
            </p:spPr>
          </p:pic>
        </p:grpSp>
        <p:grpSp>
          <p:nvGrpSpPr>
            <p:cNvPr id="30" name="组合 29"/>
            <p:cNvGrpSpPr/>
            <p:nvPr/>
          </p:nvGrpSpPr>
          <p:grpSpPr>
            <a:xfrm>
              <a:off x="3008" y="2175"/>
              <a:ext cx="1560" cy="1560"/>
              <a:chOff x="1041" y="3812"/>
              <a:chExt cx="1560" cy="1560"/>
            </a:xfrm>
          </p:grpSpPr>
          <p:grpSp>
            <p:nvGrpSpPr>
              <p:cNvPr id="55" name="组合 54"/>
              <p:cNvGrpSpPr/>
              <p:nvPr/>
            </p:nvGrpSpPr>
            <p:grpSpPr>
              <a:xfrm>
                <a:off x="1041" y="3812"/>
                <a:ext cx="1560" cy="1560"/>
                <a:chOff x="692" y="2451"/>
                <a:chExt cx="2268" cy="2268"/>
              </a:xfrm>
            </p:grpSpPr>
            <p:sp>
              <p:nvSpPr>
                <p:cNvPr id="53" name="圆角矩形 52"/>
                <p:cNvSpPr/>
                <p:nvPr/>
              </p:nvSpPr>
              <p:spPr>
                <a:xfrm>
                  <a:off x="692" y="2451"/>
                  <a:ext cx="2268" cy="2268"/>
                </a:xfrm>
                <a:prstGeom prst="roundRect">
                  <a:avLst>
                    <a:gd name="adj" fmla="val 11905"/>
                  </a:avLst>
                </a:prstGeom>
                <a:solidFill>
                  <a:srgbClr val="1A63AE"/>
                </a:solidFill>
                <a:ln w="15875">
                  <a:gradFill>
                    <a:gsLst>
                      <a:gs pos="0">
                        <a:schemeClr val="accent1">
                          <a:lumMod val="5000"/>
                          <a:lumOff val="95000"/>
                        </a:schemeClr>
                      </a:gs>
                      <a:gs pos="76000">
                        <a:srgbClr val="A6D5F4">
                          <a:alpha val="48000"/>
                        </a:srgbClr>
                      </a:gs>
                      <a:gs pos="29000">
                        <a:srgbClr val="6EC3E7"/>
                      </a:gs>
                      <a:gs pos="100000">
                        <a:srgbClr val="60B2DC"/>
                      </a:gs>
                    </a:gsLst>
                    <a:lin ang="6960000" scaled="0"/>
                  </a:gra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4" name="圆角矩形 53"/>
                <p:cNvSpPr/>
                <p:nvPr/>
              </p:nvSpPr>
              <p:spPr>
                <a:xfrm>
                  <a:off x="692" y="2451"/>
                  <a:ext cx="2268" cy="2268"/>
                </a:xfrm>
                <a:prstGeom prst="roundRect">
                  <a:avLst>
                    <a:gd name="adj" fmla="val 11905"/>
                  </a:avLst>
                </a:prstGeom>
                <a:gradFill>
                  <a:gsLst>
                    <a:gs pos="46000">
                      <a:schemeClr val="accent1">
                        <a:lumMod val="0"/>
                        <a:alpha val="0"/>
                        <a:lumOff val="100000"/>
                      </a:schemeClr>
                    </a:gs>
                    <a:gs pos="100000">
                      <a:srgbClr val="5FC8CE">
                        <a:alpha val="34000"/>
                      </a:srgbClr>
                    </a:gs>
                  </a:gsLst>
                  <a:lin ang="2700000" scaled="0"/>
                </a:gradFill>
                <a:ln w="15875">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28" name="图片 27" descr="HYD-30-50K-T1-透视图(1) 没连采集器"/>
              <p:cNvPicPr>
                <a:picLocks noChangeAspect="1"/>
              </p:cNvPicPr>
              <p:nvPr/>
            </p:nvPicPr>
            <p:blipFill>
              <a:blip r:embed="rId4"/>
              <a:srcRect l="23890" t="17179" r="26789" b="17589"/>
              <a:stretch>
                <a:fillRect/>
              </a:stretch>
            </p:blipFill>
            <p:spPr>
              <a:xfrm>
                <a:off x="1177" y="4039"/>
                <a:ext cx="1289" cy="1209"/>
              </a:xfrm>
              <a:prstGeom prst="rect">
                <a:avLst/>
              </a:prstGeom>
            </p:spPr>
          </p:pic>
        </p:grpSp>
      </p:grpSp>
      <p:grpSp>
        <p:nvGrpSpPr>
          <p:cNvPr id="6" name="组合 5"/>
          <p:cNvGrpSpPr/>
          <p:nvPr/>
        </p:nvGrpSpPr>
        <p:grpSpPr>
          <a:xfrm>
            <a:off x="890270" y="3258820"/>
            <a:ext cx="2010410" cy="990600"/>
            <a:chOff x="1402" y="2175"/>
            <a:chExt cx="3166" cy="1560"/>
          </a:xfrm>
        </p:grpSpPr>
        <p:cxnSp>
          <p:nvCxnSpPr>
            <p:cNvPr id="7" name="直接连接符 6"/>
            <p:cNvCxnSpPr/>
            <p:nvPr/>
          </p:nvCxnSpPr>
          <p:spPr>
            <a:xfrm>
              <a:off x="2182" y="3006"/>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grpSp>
          <p:nvGrpSpPr>
            <p:cNvPr id="9" name="组合 8"/>
            <p:cNvGrpSpPr/>
            <p:nvPr/>
          </p:nvGrpSpPr>
          <p:grpSpPr>
            <a:xfrm>
              <a:off x="1402" y="2616"/>
              <a:ext cx="780" cy="780"/>
              <a:chOff x="815" y="7895"/>
              <a:chExt cx="780" cy="780"/>
            </a:xfrm>
          </p:grpSpPr>
          <p:sp>
            <p:nvSpPr>
              <p:cNvPr id="10" name="圆角矩形 9"/>
              <p:cNvSpPr/>
              <p:nvPr/>
            </p:nvSpPr>
            <p:spPr>
              <a:xfrm>
                <a:off x="815"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descr="pv"/>
              <p:cNvPicPr>
                <a:picLocks noChangeAspect="1"/>
              </p:cNvPicPr>
              <p:nvPr/>
            </p:nvPicPr>
            <p:blipFill>
              <a:blip r:embed="rId3"/>
              <a:stretch>
                <a:fillRect/>
              </a:stretch>
            </p:blipFill>
            <p:spPr>
              <a:xfrm>
                <a:off x="915" y="8057"/>
                <a:ext cx="580" cy="532"/>
              </a:xfrm>
              <a:prstGeom prst="rect">
                <a:avLst/>
              </a:prstGeom>
            </p:spPr>
          </p:pic>
        </p:grpSp>
        <p:grpSp>
          <p:nvGrpSpPr>
            <p:cNvPr id="12" name="组合 11"/>
            <p:cNvGrpSpPr/>
            <p:nvPr/>
          </p:nvGrpSpPr>
          <p:grpSpPr>
            <a:xfrm>
              <a:off x="3008" y="2175"/>
              <a:ext cx="1560" cy="1560"/>
              <a:chOff x="1041" y="3812"/>
              <a:chExt cx="1560" cy="1560"/>
            </a:xfrm>
          </p:grpSpPr>
          <p:grpSp>
            <p:nvGrpSpPr>
              <p:cNvPr id="14" name="组合 13"/>
              <p:cNvGrpSpPr/>
              <p:nvPr/>
            </p:nvGrpSpPr>
            <p:grpSpPr>
              <a:xfrm>
                <a:off x="1041" y="3812"/>
                <a:ext cx="1560" cy="1560"/>
                <a:chOff x="692" y="2451"/>
                <a:chExt cx="2268" cy="2268"/>
              </a:xfrm>
            </p:grpSpPr>
            <p:sp>
              <p:nvSpPr>
                <p:cNvPr id="15" name="圆角矩形 14"/>
                <p:cNvSpPr/>
                <p:nvPr/>
              </p:nvSpPr>
              <p:spPr>
                <a:xfrm>
                  <a:off x="692" y="2451"/>
                  <a:ext cx="2268" cy="2268"/>
                </a:xfrm>
                <a:prstGeom prst="roundRect">
                  <a:avLst>
                    <a:gd name="adj" fmla="val 11905"/>
                  </a:avLst>
                </a:prstGeom>
                <a:solidFill>
                  <a:srgbClr val="1A63AE"/>
                </a:solidFill>
                <a:ln w="15875">
                  <a:gradFill>
                    <a:gsLst>
                      <a:gs pos="0">
                        <a:schemeClr val="accent1">
                          <a:lumMod val="5000"/>
                          <a:lumOff val="95000"/>
                        </a:schemeClr>
                      </a:gs>
                      <a:gs pos="76000">
                        <a:srgbClr val="A6D5F4">
                          <a:alpha val="48000"/>
                        </a:srgbClr>
                      </a:gs>
                      <a:gs pos="29000">
                        <a:srgbClr val="6EC3E7"/>
                      </a:gs>
                      <a:gs pos="100000">
                        <a:srgbClr val="60B2DC"/>
                      </a:gs>
                    </a:gsLst>
                    <a:lin ang="6960000" scaled="0"/>
                  </a:gra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圆角矩形 15"/>
                <p:cNvSpPr/>
                <p:nvPr/>
              </p:nvSpPr>
              <p:spPr>
                <a:xfrm>
                  <a:off x="692" y="2451"/>
                  <a:ext cx="2268" cy="2268"/>
                </a:xfrm>
                <a:prstGeom prst="roundRect">
                  <a:avLst>
                    <a:gd name="adj" fmla="val 11905"/>
                  </a:avLst>
                </a:prstGeom>
                <a:gradFill>
                  <a:gsLst>
                    <a:gs pos="46000">
                      <a:schemeClr val="accent1">
                        <a:lumMod val="0"/>
                        <a:alpha val="0"/>
                        <a:lumOff val="100000"/>
                      </a:schemeClr>
                    </a:gs>
                    <a:gs pos="100000">
                      <a:srgbClr val="5FC8CE">
                        <a:alpha val="34000"/>
                      </a:srgbClr>
                    </a:gs>
                  </a:gsLst>
                  <a:lin ang="2700000" scaled="0"/>
                </a:gradFill>
                <a:ln w="15875">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17" name="图片 16" descr="HYD-30-50K-T1-透视图(1) 没连采集器"/>
              <p:cNvPicPr>
                <a:picLocks noChangeAspect="1"/>
              </p:cNvPicPr>
              <p:nvPr/>
            </p:nvPicPr>
            <p:blipFill>
              <a:blip r:embed="rId4"/>
              <a:srcRect l="23890" t="17179" r="26789" b="17589"/>
              <a:stretch>
                <a:fillRect/>
              </a:stretch>
            </p:blipFill>
            <p:spPr>
              <a:xfrm>
                <a:off x="1177" y="4039"/>
                <a:ext cx="1289" cy="1209"/>
              </a:xfrm>
              <a:prstGeom prst="rect">
                <a:avLst/>
              </a:prstGeom>
            </p:spPr>
          </p:pic>
        </p:grpSp>
      </p:grpSp>
      <p:pic>
        <p:nvPicPr>
          <p:cNvPr id="18" name="图片 17"/>
          <p:cNvPicPr>
            <a:picLocks noChangeAspect="1"/>
          </p:cNvPicPr>
          <p:nvPr/>
        </p:nvPicPr>
        <p:blipFill>
          <a:blip r:embed="rId2"/>
          <a:stretch>
            <a:fillRect/>
          </a:stretch>
        </p:blipFill>
        <p:spPr>
          <a:xfrm>
            <a:off x="4427220" y="4979670"/>
            <a:ext cx="825500" cy="1537970"/>
          </a:xfrm>
          <a:prstGeom prst="rect">
            <a:avLst/>
          </a:prstGeom>
        </p:spPr>
      </p:pic>
      <p:sp>
        <p:nvSpPr>
          <p:cNvPr id="19" name="文本框 18"/>
          <p:cNvSpPr txBox="1"/>
          <p:nvPr/>
        </p:nvSpPr>
        <p:spPr>
          <a:xfrm>
            <a:off x="3335020" y="6540500"/>
            <a:ext cx="15411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Storage Cabinets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21" name="文本框 20"/>
          <p:cNvSpPr txBox="1"/>
          <p:nvPr/>
        </p:nvSpPr>
        <p:spPr>
          <a:xfrm>
            <a:off x="1837690" y="4320540"/>
            <a:ext cx="11347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PV inverters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23" name="文本框 22"/>
          <p:cNvSpPr txBox="1"/>
          <p:nvPr/>
        </p:nvSpPr>
        <p:spPr>
          <a:xfrm>
            <a:off x="6244590" y="1637030"/>
            <a:ext cx="1408430"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Backup Cabinet</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152" name="组合 151"/>
          <p:cNvGrpSpPr>
            <a:grpSpLocks noChangeAspect="1"/>
          </p:cNvGrpSpPr>
          <p:nvPr/>
        </p:nvGrpSpPr>
        <p:grpSpPr>
          <a:xfrm>
            <a:off x="9491345" y="2757170"/>
            <a:ext cx="768985" cy="768985"/>
            <a:chOff x="12202" y="6742"/>
            <a:chExt cx="780" cy="780"/>
          </a:xfrm>
        </p:grpSpPr>
        <p:sp>
          <p:nvSpPr>
            <p:cNvPr id="133" name="圆角矩形 132"/>
            <p:cNvSpPr/>
            <p:nvPr/>
          </p:nvSpPr>
          <p:spPr>
            <a:xfrm>
              <a:off x="12202" y="6742"/>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51" name="图片 150" descr="Diesel Generator"/>
            <p:cNvPicPr>
              <a:picLocks noChangeAspect="1"/>
            </p:cNvPicPr>
            <p:nvPr/>
          </p:nvPicPr>
          <p:blipFill>
            <a:blip r:embed="rId5"/>
            <a:stretch>
              <a:fillRect/>
            </a:stretch>
          </p:blipFill>
          <p:spPr>
            <a:xfrm>
              <a:off x="12309" y="6854"/>
              <a:ext cx="567" cy="557"/>
            </a:xfrm>
            <a:prstGeom prst="rect">
              <a:avLst/>
            </a:prstGeom>
          </p:spPr>
        </p:pic>
      </p:grpSp>
      <p:sp>
        <p:nvSpPr>
          <p:cNvPr id="29" name="文本框 28"/>
          <p:cNvSpPr txBox="1"/>
          <p:nvPr/>
        </p:nvSpPr>
        <p:spPr>
          <a:xfrm>
            <a:off x="10340340" y="2986405"/>
            <a:ext cx="490855" cy="275590"/>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DG</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37" name="文本框 36"/>
          <p:cNvSpPr txBox="1"/>
          <p:nvPr/>
        </p:nvSpPr>
        <p:spPr>
          <a:xfrm>
            <a:off x="10340340" y="3910330"/>
            <a:ext cx="587375" cy="275590"/>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Load</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41" name="组合 40"/>
          <p:cNvGrpSpPr>
            <a:grpSpLocks noChangeAspect="1"/>
          </p:cNvGrpSpPr>
          <p:nvPr/>
        </p:nvGrpSpPr>
        <p:grpSpPr>
          <a:xfrm>
            <a:off x="9477375" y="3684905"/>
            <a:ext cx="732790" cy="732790"/>
            <a:chOff x="6796" y="7895"/>
            <a:chExt cx="780" cy="780"/>
          </a:xfrm>
        </p:grpSpPr>
        <p:sp>
          <p:nvSpPr>
            <p:cNvPr id="64" name="圆角矩形 63"/>
            <p:cNvSpPr/>
            <p:nvPr/>
          </p:nvSpPr>
          <p:spPr>
            <a:xfrm>
              <a:off x="6796"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86" name="图片 85" descr="Smart Loads"/>
            <p:cNvPicPr>
              <a:picLocks noChangeAspect="1"/>
            </p:cNvPicPr>
            <p:nvPr/>
          </p:nvPicPr>
          <p:blipFill>
            <a:blip r:embed="rId6"/>
            <a:stretch>
              <a:fillRect/>
            </a:stretch>
          </p:blipFill>
          <p:spPr>
            <a:xfrm>
              <a:off x="6855" y="8056"/>
              <a:ext cx="663" cy="459"/>
            </a:xfrm>
            <a:prstGeom prst="rect">
              <a:avLst/>
            </a:prstGeom>
          </p:spPr>
        </p:pic>
      </p:grpSp>
      <p:sp>
        <p:nvSpPr>
          <p:cNvPr id="13" name="文本框 12"/>
          <p:cNvSpPr txBox="1"/>
          <p:nvPr/>
        </p:nvSpPr>
        <p:spPr>
          <a:xfrm>
            <a:off x="3999230" y="5410835"/>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8" name="文本框 7"/>
          <p:cNvSpPr txBox="1"/>
          <p:nvPr/>
        </p:nvSpPr>
        <p:spPr>
          <a:xfrm rot="5400000">
            <a:off x="2163445" y="3021330"/>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22" name="矩形 21"/>
          <p:cNvSpPr/>
          <p:nvPr/>
        </p:nvSpPr>
        <p:spPr>
          <a:xfrm>
            <a:off x="5313045" y="1912620"/>
            <a:ext cx="3132455" cy="2876550"/>
          </a:xfrm>
          <a:prstGeom prst="rect">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116" name="图片 115"/>
          <p:cNvPicPr>
            <a:picLocks noChangeAspect="1"/>
          </p:cNvPicPr>
          <p:nvPr/>
        </p:nvPicPr>
        <p:blipFill>
          <a:blip r:embed="rId7"/>
          <a:stretch>
            <a:fillRect/>
          </a:stretch>
        </p:blipFill>
        <p:spPr>
          <a:xfrm rot="5400000">
            <a:off x="5666740" y="2263775"/>
            <a:ext cx="188595" cy="476885"/>
          </a:xfrm>
          <a:prstGeom prst="rect">
            <a:avLst/>
          </a:prstGeom>
          <a:ln w="15875">
            <a:noFill/>
          </a:ln>
        </p:spPr>
      </p:pic>
      <p:pic>
        <p:nvPicPr>
          <p:cNvPr id="31" name="图片 30"/>
          <p:cNvPicPr>
            <a:picLocks noChangeAspect="1"/>
          </p:cNvPicPr>
          <p:nvPr/>
        </p:nvPicPr>
        <p:blipFill>
          <a:blip r:embed="rId7"/>
          <a:stretch>
            <a:fillRect/>
          </a:stretch>
        </p:blipFill>
        <p:spPr>
          <a:xfrm rot="5400000">
            <a:off x="5666740" y="2560320"/>
            <a:ext cx="188595" cy="476885"/>
          </a:xfrm>
          <a:prstGeom prst="rect">
            <a:avLst/>
          </a:prstGeom>
          <a:ln w="15875">
            <a:noFill/>
          </a:ln>
        </p:spPr>
      </p:pic>
      <p:pic>
        <p:nvPicPr>
          <p:cNvPr id="32" name="图片 31"/>
          <p:cNvPicPr>
            <a:picLocks noChangeAspect="1"/>
          </p:cNvPicPr>
          <p:nvPr/>
        </p:nvPicPr>
        <p:blipFill>
          <a:blip r:embed="rId7"/>
          <a:stretch>
            <a:fillRect/>
          </a:stretch>
        </p:blipFill>
        <p:spPr>
          <a:xfrm rot="5400000">
            <a:off x="5664835" y="2926080"/>
            <a:ext cx="188595" cy="476885"/>
          </a:xfrm>
          <a:prstGeom prst="rect">
            <a:avLst/>
          </a:prstGeom>
          <a:ln w="15875">
            <a:noFill/>
          </a:ln>
        </p:spPr>
      </p:pic>
      <p:pic>
        <p:nvPicPr>
          <p:cNvPr id="33" name="图片 32"/>
          <p:cNvPicPr>
            <a:picLocks noChangeAspect="1"/>
          </p:cNvPicPr>
          <p:nvPr/>
        </p:nvPicPr>
        <p:blipFill>
          <a:blip r:embed="rId7"/>
          <a:stretch>
            <a:fillRect/>
          </a:stretch>
        </p:blipFill>
        <p:spPr>
          <a:xfrm rot="5400000">
            <a:off x="5664835" y="3206115"/>
            <a:ext cx="188595" cy="476885"/>
          </a:xfrm>
          <a:prstGeom prst="rect">
            <a:avLst/>
          </a:prstGeom>
          <a:ln w="15875">
            <a:noFill/>
          </a:ln>
        </p:spPr>
      </p:pic>
      <p:sp>
        <p:nvSpPr>
          <p:cNvPr id="48" name="文本框 47"/>
          <p:cNvSpPr txBox="1"/>
          <p:nvPr/>
        </p:nvSpPr>
        <p:spPr>
          <a:xfrm>
            <a:off x="5541645" y="2376805"/>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63" name="文本框 62"/>
          <p:cNvSpPr txBox="1"/>
          <p:nvPr/>
        </p:nvSpPr>
        <p:spPr>
          <a:xfrm>
            <a:off x="5541645" y="3034665"/>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cxnSp>
        <p:nvCxnSpPr>
          <p:cNvPr id="69" name="直接连接符 68"/>
          <p:cNvCxnSpPr/>
          <p:nvPr/>
        </p:nvCxnSpPr>
        <p:spPr>
          <a:xfrm>
            <a:off x="6006465" y="2362835"/>
            <a:ext cx="4445" cy="126000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pic>
        <p:nvPicPr>
          <p:cNvPr id="73" name="图片 72"/>
          <p:cNvPicPr>
            <a:picLocks noChangeAspect="1"/>
          </p:cNvPicPr>
          <p:nvPr/>
        </p:nvPicPr>
        <p:blipFill>
          <a:blip r:embed="rId7"/>
          <a:stretch>
            <a:fillRect/>
          </a:stretch>
        </p:blipFill>
        <p:spPr>
          <a:xfrm rot="5400000">
            <a:off x="6982460" y="3249930"/>
            <a:ext cx="188595" cy="476885"/>
          </a:xfrm>
          <a:prstGeom prst="rect">
            <a:avLst/>
          </a:prstGeom>
          <a:ln w="15875">
            <a:noFill/>
          </a:ln>
        </p:spPr>
      </p:pic>
      <p:pic>
        <p:nvPicPr>
          <p:cNvPr id="76" name="图片 75"/>
          <p:cNvPicPr>
            <a:picLocks noChangeAspect="1"/>
          </p:cNvPicPr>
          <p:nvPr/>
        </p:nvPicPr>
        <p:blipFill>
          <a:blip r:embed="rId7"/>
          <a:stretch>
            <a:fillRect/>
          </a:stretch>
        </p:blipFill>
        <p:spPr>
          <a:xfrm rot="5400000">
            <a:off x="6727190" y="2398395"/>
            <a:ext cx="188595" cy="476885"/>
          </a:xfrm>
          <a:prstGeom prst="rect">
            <a:avLst/>
          </a:prstGeom>
          <a:ln w="15875">
            <a:noFill/>
          </a:ln>
        </p:spPr>
      </p:pic>
      <p:cxnSp>
        <p:nvCxnSpPr>
          <p:cNvPr id="77" name="直接连接符 76"/>
          <p:cNvCxnSpPr/>
          <p:nvPr/>
        </p:nvCxnSpPr>
        <p:spPr>
          <a:xfrm flipV="1">
            <a:off x="6003608" y="3488690"/>
            <a:ext cx="834390" cy="317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78" name="直接连接符 77"/>
          <p:cNvCxnSpPr>
            <a:endCxn id="76" idx="2"/>
          </p:cNvCxnSpPr>
          <p:nvPr/>
        </p:nvCxnSpPr>
        <p:spPr>
          <a:xfrm>
            <a:off x="6004243" y="2632710"/>
            <a:ext cx="578485" cy="444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80" name="直接连接符 79"/>
          <p:cNvCxnSpPr/>
          <p:nvPr/>
        </p:nvCxnSpPr>
        <p:spPr>
          <a:xfrm>
            <a:off x="7305993" y="3494405"/>
            <a:ext cx="1852295" cy="698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81" name="直接连接符 80"/>
          <p:cNvCxnSpPr/>
          <p:nvPr/>
        </p:nvCxnSpPr>
        <p:spPr>
          <a:xfrm>
            <a:off x="7052628" y="2650490"/>
            <a:ext cx="651510" cy="127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83" name="圆角矩形 82"/>
          <p:cNvSpPr/>
          <p:nvPr/>
        </p:nvSpPr>
        <p:spPr>
          <a:xfrm>
            <a:off x="6605270" y="4062730"/>
            <a:ext cx="1332865" cy="533400"/>
          </a:xfrm>
          <a:prstGeom prst="roundRect">
            <a:avLst/>
          </a:prstGeom>
          <a:ln w="15875">
            <a:solidFill>
              <a:schemeClr val="accent1"/>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84" name="文本框 83"/>
          <p:cNvSpPr txBox="1"/>
          <p:nvPr/>
        </p:nvSpPr>
        <p:spPr>
          <a:xfrm>
            <a:off x="6736080" y="4191635"/>
            <a:ext cx="1029970"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Controller</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cxnSp>
        <p:nvCxnSpPr>
          <p:cNvPr id="87" name="肘形连接符 86"/>
          <p:cNvCxnSpPr/>
          <p:nvPr/>
        </p:nvCxnSpPr>
        <p:spPr>
          <a:xfrm rot="16200000">
            <a:off x="3345180" y="4704715"/>
            <a:ext cx="657860" cy="3175"/>
          </a:xfrm>
          <a:prstGeom prst="bentConnector2">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88" name="肘形连接符 87"/>
          <p:cNvCxnSpPr/>
          <p:nvPr/>
        </p:nvCxnSpPr>
        <p:spPr>
          <a:xfrm rot="16200000">
            <a:off x="4723130" y="4772660"/>
            <a:ext cx="528320" cy="3175"/>
          </a:xfrm>
          <a:prstGeom prst="bentConnector3">
            <a:avLst>
              <a:gd name="adj1" fmla="val 49940"/>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89" name="直接连接符 88"/>
          <p:cNvCxnSpPr/>
          <p:nvPr/>
        </p:nvCxnSpPr>
        <p:spPr>
          <a:xfrm flipV="1">
            <a:off x="3668713" y="4370070"/>
            <a:ext cx="2926080" cy="1524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93" name="直接连接符 92"/>
          <p:cNvCxnSpPr/>
          <p:nvPr/>
        </p:nvCxnSpPr>
        <p:spPr>
          <a:xfrm flipV="1">
            <a:off x="4974908" y="4498340"/>
            <a:ext cx="1607820" cy="3175"/>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94" name="肘形连接符 93"/>
          <p:cNvCxnSpPr/>
          <p:nvPr/>
        </p:nvCxnSpPr>
        <p:spPr>
          <a:xfrm flipV="1">
            <a:off x="7938135" y="2506345"/>
            <a:ext cx="998855" cy="1823085"/>
          </a:xfrm>
          <a:prstGeom prst="bentConnector2">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nvCxnSpPr>
        <p:spPr>
          <a:xfrm>
            <a:off x="5506720" y="2799080"/>
            <a:ext cx="360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5506720" y="2506980"/>
            <a:ext cx="360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6797040" y="3488690"/>
            <a:ext cx="360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6423025" y="5584825"/>
            <a:ext cx="2374900" cy="778510"/>
            <a:chOff x="1248" y="7230"/>
            <a:chExt cx="3740" cy="1226"/>
          </a:xfrm>
        </p:grpSpPr>
        <p:cxnSp>
          <p:nvCxnSpPr>
            <p:cNvPr id="44" name="直接连接符 43"/>
            <p:cNvCxnSpPr/>
            <p:nvPr/>
          </p:nvCxnSpPr>
          <p:spPr>
            <a:xfrm>
              <a:off x="1248" y="8103"/>
              <a:ext cx="1134"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45" name="直接连接符 44"/>
            <p:cNvCxnSpPr/>
            <p:nvPr/>
          </p:nvCxnSpPr>
          <p:spPr>
            <a:xfrm>
              <a:off x="1248" y="7482"/>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46" name="文本框 45"/>
            <p:cNvSpPr txBox="1"/>
            <p:nvPr/>
          </p:nvSpPr>
          <p:spPr>
            <a:xfrm>
              <a:off x="2646" y="7230"/>
              <a:ext cx="1787" cy="434"/>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power line </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52" name="文本框 51"/>
            <p:cNvSpPr txBox="1"/>
            <p:nvPr/>
          </p:nvSpPr>
          <p:spPr>
            <a:xfrm>
              <a:off x="2646" y="7732"/>
              <a:ext cx="2342" cy="725"/>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communication (RS485/ETH)</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cxnSp>
        <p:nvCxnSpPr>
          <p:cNvPr id="56" name="直接箭头连接符 55"/>
          <p:cNvCxnSpPr/>
          <p:nvPr/>
        </p:nvCxnSpPr>
        <p:spPr>
          <a:xfrm flipH="1" flipV="1">
            <a:off x="5530215" y="3159125"/>
            <a:ext cx="354965" cy="571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H="1">
            <a:off x="5549265" y="3442970"/>
            <a:ext cx="311150" cy="190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1058545" y="828675"/>
            <a:ext cx="9705340" cy="772160"/>
          </a:xfrm>
          <a:prstGeom prst="rect">
            <a:avLst/>
          </a:prstGeom>
        </p:spPr>
        <p:txBody>
          <a:bodyPr>
            <a:noAutofit/>
          </a:bodyPr>
          <a:p>
            <a:pPr algn="l">
              <a:lnSpc>
                <a:spcPct val="100000"/>
              </a:lnSpc>
              <a:buClrTx/>
              <a:buSzTx/>
              <a:buNone/>
            </a:pPr>
            <a:r>
              <a:rPr lang="en-US" altLang="zh-CN" sz="1600" b="1" i="0">
                <a:solidFill>
                  <a:srgbClr val="595757"/>
                </a:solidFill>
              </a:rPr>
              <a:t>Mode 2 (off-grid):</a:t>
            </a:r>
            <a:endParaRPr lang="en-US" altLang="zh-CN" sz="1600" b="1" i="0">
              <a:solidFill>
                <a:srgbClr val="595757"/>
              </a:solidFill>
            </a:endParaRPr>
          </a:p>
          <a:p>
            <a:r>
              <a:rPr lang="en-US" altLang="zh-CN" sz="1600">
                <a:solidFill>
                  <a:srgbClr val="595757"/>
                </a:solidFill>
                <a:sym typeface="+mn-ea"/>
              </a:rPr>
              <a:t>When the PV power is lager than the load, the PV supplies the load and charges the battery simultaneously.</a:t>
            </a:r>
            <a:endParaRPr lang="en-US" altLang="zh-CN" sz="1600" b="0" i="0">
              <a:solidFill>
                <a:srgbClr val="595757"/>
              </a:solidFill>
            </a:endParaRPr>
          </a:p>
        </p:txBody>
      </p:sp>
      <p:grpSp>
        <p:nvGrpSpPr>
          <p:cNvPr id="67" name="组合 66"/>
          <p:cNvGrpSpPr>
            <a:grpSpLocks noChangeAspect="1"/>
          </p:cNvGrpSpPr>
          <p:nvPr/>
        </p:nvGrpSpPr>
        <p:grpSpPr>
          <a:xfrm>
            <a:off x="9450070" y="1799590"/>
            <a:ext cx="789305" cy="789305"/>
            <a:chOff x="14620" y="4385"/>
            <a:chExt cx="780" cy="780"/>
          </a:xfrm>
        </p:grpSpPr>
        <p:sp>
          <p:nvSpPr>
            <p:cNvPr id="71" name="圆角矩形 70"/>
            <p:cNvSpPr/>
            <p:nvPr/>
          </p:nvSpPr>
          <p:spPr>
            <a:xfrm>
              <a:off x="14620" y="438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79" name="图片 78" descr="Grid"/>
            <p:cNvPicPr>
              <a:picLocks noChangeAspect="1"/>
            </p:cNvPicPr>
            <p:nvPr/>
          </p:nvPicPr>
          <p:blipFill>
            <a:blip r:embed="rId8"/>
            <a:stretch>
              <a:fillRect/>
            </a:stretch>
          </p:blipFill>
          <p:spPr>
            <a:xfrm>
              <a:off x="14765" y="4539"/>
              <a:ext cx="490" cy="473"/>
            </a:xfrm>
            <a:prstGeom prst="rect">
              <a:avLst/>
            </a:prstGeom>
          </p:spPr>
        </p:pic>
      </p:grpSp>
      <p:sp>
        <p:nvSpPr>
          <p:cNvPr id="27" name="文本框 26"/>
          <p:cNvSpPr txBox="1"/>
          <p:nvPr/>
        </p:nvSpPr>
        <p:spPr>
          <a:xfrm>
            <a:off x="10340340" y="2062480"/>
            <a:ext cx="587375" cy="275590"/>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Grid</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35" name="组合 34"/>
          <p:cNvGrpSpPr/>
          <p:nvPr/>
        </p:nvGrpSpPr>
        <p:grpSpPr>
          <a:xfrm>
            <a:off x="8689023" y="2010728"/>
            <a:ext cx="495300" cy="495300"/>
            <a:chOff x="12608" y="4385"/>
            <a:chExt cx="780" cy="780"/>
          </a:xfrm>
        </p:grpSpPr>
        <p:sp>
          <p:nvSpPr>
            <p:cNvPr id="70" name="圆角矩形 69"/>
            <p:cNvSpPr/>
            <p:nvPr/>
          </p:nvSpPr>
          <p:spPr>
            <a:xfrm>
              <a:off x="12608" y="438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82" name="图片 81" descr="Import Meter"/>
            <p:cNvPicPr>
              <a:picLocks noChangeAspect="1"/>
            </p:cNvPicPr>
            <p:nvPr/>
          </p:nvPicPr>
          <p:blipFill>
            <a:blip r:embed="rId9"/>
            <a:stretch>
              <a:fillRect/>
            </a:stretch>
          </p:blipFill>
          <p:spPr>
            <a:xfrm>
              <a:off x="12713" y="4466"/>
              <a:ext cx="570" cy="618"/>
            </a:xfrm>
            <a:prstGeom prst="rect">
              <a:avLst/>
            </a:prstGeom>
          </p:spPr>
        </p:pic>
      </p:grpSp>
      <p:cxnSp>
        <p:nvCxnSpPr>
          <p:cNvPr id="38" name="直接连接符 37"/>
          <p:cNvCxnSpPr>
            <a:stCxn id="59" idx="0"/>
          </p:cNvCxnSpPr>
          <p:nvPr/>
        </p:nvCxnSpPr>
        <p:spPr>
          <a:xfrm>
            <a:off x="8179753" y="3119120"/>
            <a:ext cx="1327150" cy="381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pic>
        <p:nvPicPr>
          <p:cNvPr id="39" name="图片 38"/>
          <p:cNvPicPr>
            <a:picLocks noChangeAspect="1"/>
          </p:cNvPicPr>
          <p:nvPr/>
        </p:nvPicPr>
        <p:blipFill>
          <a:blip r:embed="rId7"/>
          <a:stretch>
            <a:fillRect/>
          </a:stretch>
        </p:blipFill>
        <p:spPr>
          <a:xfrm rot="5400000">
            <a:off x="7847330" y="1995805"/>
            <a:ext cx="188595" cy="476885"/>
          </a:xfrm>
          <a:prstGeom prst="rect">
            <a:avLst/>
          </a:prstGeom>
          <a:ln w="15875">
            <a:noFill/>
          </a:ln>
        </p:spPr>
      </p:pic>
      <p:cxnSp>
        <p:nvCxnSpPr>
          <p:cNvPr id="40" name="直接连接符 39"/>
          <p:cNvCxnSpPr/>
          <p:nvPr/>
        </p:nvCxnSpPr>
        <p:spPr>
          <a:xfrm>
            <a:off x="8179753" y="2235835"/>
            <a:ext cx="513715" cy="444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58" name="直接连接符 57"/>
          <p:cNvCxnSpPr/>
          <p:nvPr/>
        </p:nvCxnSpPr>
        <p:spPr>
          <a:xfrm>
            <a:off x="9176068" y="2246630"/>
            <a:ext cx="280670" cy="127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pic>
        <p:nvPicPr>
          <p:cNvPr id="59" name="图片 58"/>
          <p:cNvPicPr>
            <a:picLocks noChangeAspect="1"/>
          </p:cNvPicPr>
          <p:nvPr/>
        </p:nvPicPr>
        <p:blipFill>
          <a:blip r:embed="rId7"/>
          <a:stretch>
            <a:fillRect/>
          </a:stretch>
        </p:blipFill>
        <p:spPr>
          <a:xfrm rot="5400000">
            <a:off x="7847330" y="2880360"/>
            <a:ext cx="188595" cy="476885"/>
          </a:xfrm>
          <a:prstGeom prst="rect">
            <a:avLst/>
          </a:prstGeom>
          <a:ln w="15875">
            <a:noFill/>
          </a:ln>
        </p:spPr>
      </p:pic>
      <p:cxnSp>
        <p:nvCxnSpPr>
          <p:cNvPr id="60" name="直接连接符 59"/>
          <p:cNvCxnSpPr>
            <a:stCxn id="59" idx="2"/>
            <a:endCxn id="39" idx="2"/>
          </p:cNvCxnSpPr>
          <p:nvPr/>
        </p:nvCxnSpPr>
        <p:spPr>
          <a:xfrm flipV="1">
            <a:off x="7702868" y="2234565"/>
            <a:ext cx="0" cy="88455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62" name="文本框 61"/>
          <p:cNvSpPr txBox="1"/>
          <p:nvPr/>
        </p:nvSpPr>
        <p:spPr>
          <a:xfrm>
            <a:off x="6440170" y="2209800"/>
            <a:ext cx="685800"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STS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cxnSp>
        <p:nvCxnSpPr>
          <p:cNvPr id="65" name="直接连接符 64"/>
          <p:cNvCxnSpPr/>
          <p:nvPr/>
        </p:nvCxnSpPr>
        <p:spPr>
          <a:xfrm>
            <a:off x="9148763" y="4029710"/>
            <a:ext cx="328295" cy="127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66" name="直接连接符 65"/>
          <p:cNvCxnSpPr/>
          <p:nvPr/>
        </p:nvCxnSpPr>
        <p:spPr>
          <a:xfrm>
            <a:off x="9155113" y="3496945"/>
            <a:ext cx="3175" cy="52705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49" name="肘形连接符 48"/>
          <p:cNvCxnSpPr/>
          <p:nvPr/>
        </p:nvCxnSpPr>
        <p:spPr>
          <a:xfrm>
            <a:off x="2900680" y="3885565"/>
            <a:ext cx="3688715" cy="320040"/>
          </a:xfrm>
          <a:prstGeom prst="bentConnector3">
            <a:avLst>
              <a:gd name="adj1" fmla="val 29781"/>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grpSp>
        <p:nvGrpSpPr>
          <p:cNvPr id="99" name="组合 98"/>
          <p:cNvGrpSpPr/>
          <p:nvPr/>
        </p:nvGrpSpPr>
        <p:grpSpPr>
          <a:xfrm rot="18540000">
            <a:off x="6605270" y="2465070"/>
            <a:ext cx="359410" cy="364490"/>
            <a:chOff x="14546" y="7818"/>
            <a:chExt cx="566" cy="574"/>
          </a:xfrm>
        </p:grpSpPr>
        <p:cxnSp>
          <p:nvCxnSpPr>
            <p:cNvPr id="96" name="直接箭头连接符 95"/>
            <p:cNvCxnSpPr/>
            <p:nvPr/>
          </p:nvCxnSpPr>
          <p:spPr>
            <a:xfrm>
              <a:off x="14546" y="8101"/>
              <a:ext cx="567"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p:nvPr/>
          </p:nvCxnSpPr>
          <p:spPr>
            <a:xfrm flipH="1">
              <a:off x="14813" y="7818"/>
              <a:ext cx="9" cy="574"/>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72" name="组合 71"/>
          <p:cNvGrpSpPr/>
          <p:nvPr/>
        </p:nvGrpSpPr>
        <p:grpSpPr>
          <a:xfrm rot="18540000">
            <a:off x="7734300" y="2033270"/>
            <a:ext cx="359410" cy="364490"/>
            <a:chOff x="14546" y="7818"/>
            <a:chExt cx="566" cy="574"/>
          </a:xfrm>
        </p:grpSpPr>
        <p:cxnSp>
          <p:nvCxnSpPr>
            <p:cNvPr id="74" name="直接箭头连接符 73"/>
            <p:cNvCxnSpPr/>
            <p:nvPr/>
          </p:nvCxnSpPr>
          <p:spPr>
            <a:xfrm>
              <a:off x="14546" y="8101"/>
              <a:ext cx="567"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flipH="1">
              <a:off x="14813" y="7818"/>
              <a:ext cx="9" cy="574"/>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rot="18540000">
            <a:off x="7767320" y="2915285"/>
            <a:ext cx="359410" cy="364490"/>
            <a:chOff x="14546" y="7818"/>
            <a:chExt cx="566" cy="574"/>
          </a:xfrm>
        </p:grpSpPr>
        <p:cxnSp>
          <p:nvCxnSpPr>
            <p:cNvPr id="95" name="直接箭头连接符 94"/>
            <p:cNvCxnSpPr/>
            <p:nvPr/>
          </p:nvCxnSpPr>
          <p:spPr>
            <a:xfrm>
              <a:off x="14546" y="8101"/>
              <a:ext cx="567"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p:nvPr/>
          </p:nvCxnSpPr>
          <p:spPr>
            <a:xfrm flipH="1">
              <a:off x="14813" y="7818"/>
              <a:ext cx="9" cy="574"/>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68" name="直接连接符 67"/>
          <p:cNvCxnSpPr/>
          <p:nvPr/>
        </p:nvCxnSpPr>
        <p:spPr>
          <a:xfrm>
            <a:off x="8936673" y="3251200"/>
            <a:ext cx="554990" cy="508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cxnSp>
        <p:nvCxnSpPr>
          <p:cNvPr id="25" name="肘形连接符 24"/>
          <p:cNvCxnSpPr>
            <a:stCxn id="3" idx="0"/>
            <a:endCxn id="32" idx="2"/>
          </p:cNvCxnSpPr>
          <p:nvPr/>
        </p:nvCxnSpPr>
        <p:spPr>
          <a:xfrm rot="16200000">
            <a:off x="3609023" y="3068003"/>
            <a:ext cx="1814830" cy="2008505"/>
          </a:xfrm>
          <a:prstGeom prst="bentConnector2">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26" name="肘形连接符 25"/>
          <p:cNvCxnSpPr>
            <a:stCxn id="18" idx="0"/>
            <a:endCxn id="33" idx="2"/>
          </p:cNvCxnSpPr>
          <p:nvPr/>
        </p:nvCxnSpPr>
        <p:spPr>
          <a:xfrm rot="16200000">
            <a:off x="4412933" y="3871913"/>
            <a:ext cx="1534795" cy="680720"/>
          </a:xfrm>
          <a:prstGeom prst="bentConnector2">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24" name="直接连接符 23"/>
          <p:cNvCxnSpPr/>
          <p:nvPr/>
        </p:nvCxnSpPr>
        <p:spPr>
          <a:xfrm flipV="1">
            <a:off x="2900363" y="2502535"/>
            <a:ext cx="2621915" cy="444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90" name="肘形连接符 89"/>
          <p:cNvCxnSpPr>
            <a:stCxn id="16" idx="3"/>
            <a:endCxn id="31" idx="2"/>
          </p:cNvCxnSpPr>
          <p:nvPr/>
        </p:nvCxnSpPr>
        <p:spPr>
          <a:xfrm flipV="1">
            <a:off x="2900680" y="2799080"/>
            <a:ext cx="2621915" cy="955040"/>
          </a:xfrm>
          <a:prstGeom prst="bentConnector3">
            <a:avLst>
              <a:gd name="adj1" fmla="val 12957"/>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47" name="肘形连接符 46"/>
          <p:cNvCxnSpPr/>
          <p:nvPr/>
        </p:nvCxnSpPr>
        <p:spPr>
          <a:xfrm rot="16200000">
            <a:off x="2607305" y="3196585"/>
            <a:ext cx="936000" cy="3175"/>
          </a:xfrm>
          <a:prstGeom prst="bentConnector2">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50" name="直接连接符 49"/>
          <p:cNvCxnSpPr/>
          <p:nvPr/>
        </p:nvCxnSpPr>
        <p:spPr>
          <a:xfrm>
            <a:off x="2899728" y="2701925"/>
            <a:ext cx="180000"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51" name="直接连接符 50"/>
          <p:cNvCxnSpPr/>
          <p:nvPr/>
        </p:nvCxnSpPr>
        <p:spPr>
          <a:xfrm>
            <a:off x="2900363" y="3696970"/>
            <a:ext cx="180000"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sp>
        <p:nvSpPr>
          <p:cNvPr id="2" name="文本占位符 2"/>
          <p:cNvSpPr>
            <a:spLocks noGrp="1"/>
          </p:cNvSpPr>
          <p:nvPr>
            <p:custDataLst>
              <p:tags r:id="rId1"/>
            </p:custDataLst>
          </p:nvPr>
        </p:nvSpPr>
        <p:spPr>
          <a:xfrm>
            <a:off x="953770" y="398145"/>
            <a:ext cx="8063865" cy="316865"/>
          </a:xfrm>
          <a:prstGeom prst="rect">
            <a:avLst/>
          </a:prstGeom>
        </p:spPr>
        <p:txBody>
          <a:bodyPr/>
          <a:lstStyle>
            <a:lvl1pPr marL="0" indent="0" algn="l" defTabSz="914400" rtl="0" eaLnBrk="1" latinLnBrk="0" hangingPunct="1">
              <a:lnSpc>
                <a:spcPct val="90000"/>
              </a:lnSpc>
              <a:spcBef>
                <a:spcPct val="20000"/>
              </a:spcBef>
              <a:spcAft>
                <a:spcPts val="0"/>
              </a:spcAft>
              <a:buFont typeface="Arial" panose="020B0604020202020204" pitchFamily="34" charset="0"/>
              <a:buNone/>
              <a:defRPr lang="zh-CN" altLang="en-US" sz="2000" b="1" u="none" strike="noStrike" kern="1200" cap="none" spc="0" normalizeH="0" baseline="0">
                <a:solidFill>
                  <a:srgbClr val="3A70D3"/>
                </a:solidFill>
                <a:uFillTx/>
                <a:latin typeface="微软雅黑" panose="020B0503020204020204" charset="-122"/>
                <a:ea typeface="微软雅黑" panose="020B0503020204020204" charset="-122"/>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1800" dirty="0">
                <a:sym typeface="+mn-ea"/>
              </a:rPr>
              <a:t>Micro-Grid Solution for C&amp;I</a:t>
            </a:r>
            <a:endParaRPr lang="en-US" altLang="zh-CN" sz="1800" dirty="0">
              <a:sym typeface="+mn-ea"/>
            </a:endParaRPr>
          </a:p>
        </p:txBody>
      </p:sp>
      <p:pic>
        <p:nvPicPr>
          <p:cNvPr id="3" name="图片 2"/>
          <p:cNvPicPr>
            <a:picLocks noChangeAspect="1"/>
          </p:cNvPicPr>
          <p:nvPr/>
        </p:nvPicPr>
        <p:blipFill>
          <a:blip r:embed="rId2"/>
          <a:stretch>
            <a:fillRect/>
          </a:stretch>
        </p:blipFill>
        <p:spPr>
          <a:xfrm>
            <a:off x="3099435" y="4979670"/>
            <a:ext cx="825500" cy="1537970"/>
          </a:xfrm>
          <a:prstGeom prst="rect">
            <a:avLst/>
          </a:prstGeom>
        </p:spPr>
      </p:pic>
      <p:grpSp>
        <p:nvGrpSpPr>
          <p:cNvPr id="5" name="组合 4"/>
          <p:cNvGrpSpPr/>
          <p:nvPr/>
        </p:nvGrpSpPr>
        <p:grpSpPr>
          <a:xfrm>
            <a:off x="890270" y="2011680"/>
            <a:ext cx="2010410" cy="990600"/>
            <a:chOff x="1402" y="2175"/>
            <a:chExt cx="3166" cy="1560"/>
          </a:xfrm>
        </p:grpSpPr>
        <p:cxnSp>
          <p:nvCxnSpPr>
            <p:cNvPr id="34" name="直接连接符 33"/>
            <p:cNvCxnSpPr/>
            <p:nvPr/>
          </p:nvCxnSpPr>
          <p:spPr>
            <a:xfrm>
              <a:off x="2182" y="3006"/>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grpSp>
          <p:nvGrpSpPr>
            <p:cNvPr id="4" name="组合 3"/>
            <p:cNvGrpSpPr/>
            <p:nvPr/>
          </p:nvGrpSpPr>
          <p:grpSpPr>
            <a:xfrm>
              <a:off x="1402" y="2616"/>
              <a:ext cx="780" cy="780"/>
              <a:chOff x="815" y="7895"/>
              <a:chExt cx="780" cy="780"/>
            </a:xfrm>
          </p:grpSpPr>
          <p:sp>
            <p:nvSpPr>
              <p:cNvPr id="142" name="圆角矩形 141"/>
              <p:cNvSpPr/>
              <p:nvPr/>
            </p:nvSpPr>
            <p:spPr>
              <a:xfrm>
                <a:off x="815"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43" name="图片 142" descr="pv"/>
              <p:cNvPicPr>
                <a:picLocks noChangeAspect="1"/>
              </p:cNvPicPr>
              <p:nvPr/>
            </p:nvPicPr>
            <p:blipFill>
              <a:blip r:embed="rId3"/>
              <a:stretch>
                <a:fillRect/>
              </a:stretch>
            </p:blipFill>
            <p:spPr>
              <a:xfrm>
                <a:off x="915" y="8057"/>
                <a:ext cx="580" cy="532"/>
              </a:xfrm>
              <a:prstGeom prst="rect">
                <a:avLst/>
              </a:prstGeom>
            </p:spPr>
          </p:pic>
        </p:grpSp>
        <p:grpSp>
          <p:nvGrpSpPr>
            <p:cNvPr id="30" name="组合 29"/>
            <p:cNvGrpSpPr/>
            <p:nvPr/>
          </p:nvGrpSpPr>
          <p:grpSpPr>
            <a:xfrm>
              <a:off x="3008" y="2175"/>
              <a:ext cx="1560" cy="1560"/>
              <a:chOff x="1041" y="3812"/>
              <a:chExt cx="1560" cy="1560"/>
            </a:xfrm>
          </p:grpSpPr>
          <p:grpSp>
            <p:nvGrpSpPr>
              <p:cNvPr id="55" name="组合 54"/>
              <p:cNvGrpSpPr/>
              <p:nvPr/>
            </p:nvGrpSpPr>
            <p:grpSpPr>
              <a:xfrm>
                <a:off x="1041" y="3812"/>
                <a:ext cx="1560" cy="1560"/>
                <a:chOff x="692" y="2451"/>
                <a:chExt cx="2268" cy="2268"/>
              </a:xfrm>
            </p:grpSpPr>
            <p:sp>
              <p:nvSpPr>
                <p:cNvPr id="53" name="圆角矩形 52"/>
                <p:cNvSpPr/>
                <p:nvPr/>
              </p:nvSpPr>
              <p:spPr>
                <a:xfrm>
                  <a:off x="692" y="2451"/>
                  <a:ext cx="2268" cy="2268"/>
                </a:xfrm>
                <a:prstGeom prst="roundRect">
                  <a:avLst>
                    <a:gd name="adj" fmla="val 11905"/>
                  </a:avLst>
                </a:prstGeom>
                <a:solidFill>
                  <a:srgbClr val="1A63AE"/>
                </a:solidFill>
                <a:ln w="15875">
                  <a:gradFill>
                    <a:gsLst>
                      <a:gs pos="0">
                        <a:schemeClr val="accent1">
                          <a:lumMod val="5000"/>
                          <a:lumOff val="95000"/>
                        </a:schemeClr>
                      </a:gs>
                      <a:gs pos="76000">
                        <a:srgbClr val="A6D5F4">
                          <a:alpha val="48000"/>
                        </a:srgbClr>
                      </a:gs>
                      <a:gs pos="29000">
                        <a:srgbClr val="6EC3E7"/>
                      </a:gs>
                      <a:gs pos="100000">
                        <a:srgbClr val="60B2DC"/>
                      </a:gs>
                    </a:gsLst>
                    <a:lin ang="6960000" scaled="0"/>
                  </a:gra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4" name="圆角矩形 53"/>
                <p:cNvSpPr/>
                <p:nvPr/>
              </p:nvSpPr>
              <p:spPr>
                <a:xfrm>
                  <a:off x="692" y="2451"/>
                  <a:ext cx="2268" cy="2268"/>
                </a:xfrm>
                <a:prstGeom prst="roundRect">
                  <a:avLst>
                    <a:gd name="adj" fmla="val 11905"/>
                  </a:avLst>
                </a:prstGeom>
                <a:gradFill>
                  <a:gsLst>
                    <a:gs pos="46000">
                      <a:schemeClr val="accent1">
                        <a:lumMod val="0"/>
                        <a:alpha val="0"/>
                        <a:lumOff val="100000"/>
                      </a:schemeClr>
                    </a:gs>
                    <a:gs pos="100000">
                      <a:srgbClr val="5FC8CE">
                        <a:alpha val="34000"/>
                      </a:srgbClr>
                    </a:gs>
                  </a:gsLst>
                  <a:lin ang="2700000" scaled="0"/>
                </a:gradFill>
                <a:ln w="15875">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28" name="图片 27" descr="HYD-30-50K-T1-透视图(1) 没连采集器"/>
              <p:cNvPicPr>
                <a:picLocks noChangeAspect="1"/>
              </p:cNvPicPr>
              <p:nvPr/>
            </p:nvPicPr>
            <p:blipFill>
              <a:blip r:embed="rId4"/>
              <a:srcRect l="23890" t="17179" r="26789" b="17589"/>
              <a:stretch>
                <a:fillRect/>
              </a:stretch>
            </p:blipFill>
            <p:spPr>
              <a:xfrm>
                <a:off x="1177" y="4039"/>
                <a:ext cx="1289" cy="1209"/>
              </a:xfrm>
              <a:prstGeom prst="rect">
                <a:avLst/>
              </a:prstGeom>
            </p:spPr>
          </p:pic>
        </p:grpSp>
      </p:grpSp>
      <p:grpSp>
        <p:nvGrpSpPr>
          <p:cNvPr id="6" name="组合 5"/>
          <p:cNvGrpSpPr/>
          <p:nvPr/>
        </p:nvGrpSpPr>
        <p:grpSpPr>
          <a:xfrm>
            <a:off x="890270" y="3258820"/>
            <a:ext cx="2010410" cy="990600"/>
            <a:chOff x="1402" y="2175"/>
            <a:chExt cx="3166" cy="1560"/>
          </a:xfrm>
        </p:grpSpPr>
        <p:cxnSp>
          <p:nvCxnSpPr>
            <p:cNvPr id="7" name="直接连接符 6"/>
            <p:cNvCxnSpPr/>
            <p:nvPr/>
          </p:nvCxnSpPr>
          <p:spPr>
            <a:xfrm>
              <a:off x="2182" y="3006"/>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grpSp>
          <p:nvGrpSpPr>
            <p:cNvPr id="9" name="组合 8"/>
            <p:cNvGrpSpPr/>
            <p:nvPr/>
          </p:nvGrpSpPr>
          <p:grpSpPr>
            <a:xfrm>
              <a:off x="1402" y="2616"/>
              <a:ext cx="780" cy="780"/>
              <a:chOff x="815" y="7895"/>
              <a:chExt cx="780" cy="780"/>
            </a:xfrm>
          </p:grpSpPr>
          <p:sp>
            <p:nvSpPr>
              <p:cNvPr id="10" name="圆角矩形 9"/>
              <p:cNvSpPr/>
              <p:nvPr/>
            </p:nvSpPr>
            <p:spPr>
              <a:xfrm>
                <a:off x="815"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descr="pv"/>
              <p:cNvPicPr>
                <a:picLocks noChangeAspect="1"/>
              </p:cNvPicPr>
              <p:nvPr/>
            </p:nvPicPr>
            <p:blipFill>
              <a:blip r:embed="rId3"/>
              <a:stretch>
                <a:fillRect/>
              </a:stretch>
            </p:blipFill>
            <p:spPr>
              <a:xfrm>
                <a:off x="915" y="8057"/>
                <a:ext cx="580" cy="532"/>
              </a:xfrm>
              <a:prstGeom prst="rect">
                <a:avLst/>
              </a:prstGeom>
            </p:spPr>
          </p:pic>
        </p:grpSp>
        <p:grpSp>
          <p:nvGrpSpPr>
            <p:cNvPr id="12" name="组合 11"/>
            <p:cNvGrpSpPr/>
            <p:nvPr/>
          </p:nvGrpSpPr>
          <p:grpSpPr>
            <a:xfrm>
              <a:off x="3008" y="2175"/>
              <a:ext cx="1560" cy="1560"/>
              <a:chOff x="1041" y="3812"/>
              <a:chExt cx="1560" cy="1560"/>
            </a:xfrm>
          </p:grpSpPr>
          <p:grpSp>
            <p:nvGrpSpPr>
              <p:cNvPr id="14" name="组合 13"/>
              <p:cNvGrpSpPr/>
              <p:nvPr/>
            </p:nvGrpSpPr>
            <p:grpSpPr>
              <a:xfrm>
                <a:off x="1041" y="3812"/>
                <a:ext cx="1560" cy="1560"/>
                <a:chOff x="692" y="2451"/>
                <a:chExt cx="2268" cy="2268"/>
              </a:xfrm>
            </p:grpSpPr>
            <p:sp>
              <p:nvSpPr>
                <p:cNvPr id="15" name="圆角矩形 14"/>
                <p:cNvSpPr/>
                <p:nvPr/>
              </p:nvSpPr>
              <p:spPr>
                <a:xfrm>
                  <a:off x="692" y="2451"/>
                  <a:ext cx="2268" cy="2268"/>
                </a:xfrm>
                <a:prstGeom prst="roundRect">
                  <a:avLst>
                    <a:gd name="adj" fmla="val 11905"/>
                  </a:avLst>
                </a:prstGeom>
                <a:solidFill>
                  <a:srgbClr val="1A63AE"/>
                </a:solidFill>
                <a:ln w="15875">
                  <a:gradFill>
                    <a:gsLst>
                      <a:gs pos="0">
                        <a:schemeClr val="accent1">
                          <a:lumMod val="5000"/>
                          <a:lumOff val="95000"/>
                        </a:schemeClr>
                      </a:gs>
                      <a:gs pos="76000">
                        <a:srgbClr val="A6D5F4">
                          <a:alpha val="48000"/>
                        </a:srgbClr>
                      </a:gs>
                      <a:gs pos="29000">
                        <a:srgbClr val="6EC3E7"/>
                      </a:gs>
                      <a:gs pos="100000">
                        <a:srgbClr val="60B2DC"/>
                      </a:gs>
                    </a:gsLst>
                    <a:lin ang="6960000" scaled="0"/>
                  </a:gra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圆角矩形 15"/>
                <p:cNvSpPr/>
                <p:nvPr/>
              </p:nvSpPr>
              <p:spPr>
                <a:xfrm>
                  <a:off x="692" y="2451"/>
                  <a:ext cx="2268" cy="2268"/>
                </a:xfrm>
                <a:prstGeom prst="roundRect">
                  <a:avLst>
                    <a:gd name="adj" fmla="val 11905"/>
                  </a:avLst>
                </a:prstGeom>
                <a:gradFill>
                  <a:gsLst>
                    <a:gs pos="46000">
                      <a:schemeClr val="accent1">
                        <a:lumMod val="0"/>
                        <a:alpha val="0"/>
                        <a:lumOff val="100000"/>
                      </a:schemeClr>
                    </a:gs>
                    <a:gs pos="100000">
                      <a:srgbClr val="5FC8CE">
                        <a:alpha val="34000"/>
                      </a:srgbClr>
                    </a:gs>
                  </a:gsLst>
                  <a:lin ang="2700000" scaled="0"/>
                </a:gradFill>
                <a:ln w="15875">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17" name="图片 16" descr="HYD-30-50K-T1-透视图(1) 没连采集器"/>
              <p:cNvPicPr>
                <a:picLocks noChangeAspect="1"/>
              </p:cNvPicPr>
              <p:nvPr/>
            </p:nvPicPr>
            <p:blipFill>
              <a:blip r:embed="rId4"/>
              <a:srcRect l="23890" t="17179" r="26789" b="17589"/>
              <a:stretch>
                <a:fillRect/>
              </a:stretch>
            </p:blipFill>
            <p:spPr>
              <a:xfrm>
                <a:off x="1177" y="4039"/>
                <a:ext cx="1289" cy="1209"/>
              </a:xfrm>
              <a:prstGeom prst="rect">
                <a:avLst/>
              </a:prstGeom>
            </p:spPr>
          </p:pic>
        </p:grpSp>
      </p:grpSp>
      <p:pic>
        <p:nvPicPr>
          <p:cNvPr id="18" name="图片 17"/>
          <p:cNvPicPr>
            <a:picLocks noChangeAspect="1"/>
          </p:cNvPicPr>
          <p:nvPr/>
        </p:nvPicPr>
        <p:blipFill>
          <a:blip r:embed="rId2"/>
          <a:stretch>
            <a:fillRect/>
          </a:stretch>
        </p:blipFill>
        <p:spPr>
          <a:xfrm>
            <a:off x="4427220" y="4979670"/>
            <a:ext cx="825500" cy="1537970"/>
          </a:xfrm>
          <a:prstGeom prst="rect">
            <a:avLst/>
          </a:prstGeom>
        </p:spPr>
      </p:pic>
      <p:sp>
        <p:nvSpPr>
          <p:cNvPr id="19" name="文本框 18"/>
          <p:cNvSpPr txBox="1"/>
          <p:nvPr/>
        </p:nvSpPr>
        <p:spPr>
          <a:xfrm>
            <a:off x="3335020" y="6540500"/>
            <a:ext cx="15411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Storage Cabinets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21" name="文本框 20"/>
          <p:cNvSpPr txBox="1"/>
          <p:nvPr/>
        </p:nvSpPr>
        <p:spPr>
          <a:xfrm>
            <a:off x="1837690" y="4320540"/>
            <a:ext cx="11347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PV inverters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23" name="文本框 22"/>
          <p:cNvSpPr txBox="1"/>
          <p:nvPr/>
        </p:nvSpPr>
        <p:spPr>
          <a:xfrm>
            <a:off x="6244590" y="1637030"/>
            <a:ext cx="1408430"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Backup Cabinet</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152" name="组合 151"/>
          <p:cNvGrpSpPr>
            <a:grpSpLocks noChangeAspect="1"/>
          </p:cNvGrpSpPr>
          <p:nvPr/>
        </p:nvGrpSpPr>
        <p:grpSpPr>
          <a:xfrm>
            <a:off x="9491345" y="2757170"/>
            <a:ext cx="768985" cy="768985"/>
            <a:chOff x="12202" y="6742"/>
            <a:chExt cx="780" cy="780"/>
          </a:xfrm>
        </p:grpSpPr>
        <p:sp>
          <p:nvSpPr>
            <p:cNvPr id="133" name="圆角矩形 132"/>
            <p:cNvSpPr/>
            <p:nvPr/>
          </p:nvSpPr>
          <p:spPr>
            <a:xfrm>
              <a:off x="12202" y="6742"/>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51" name="图片 150" descr="Diesel Generator"/>
            <p:cNvPicPr>
              <a:picLocks noChangeAspect="1"/>
            </p:cNvPicPr>
            <p:nvPr/>
          </p:nvPicPr>
          <p:blipFill>
            <a:blip r:embed="rId5"/>
            <a:stretch>
              <a:fillRect/>
            </a:stretch>
          </p:blipFill>
          <p:spPr>
            <a:xfrm>
              <a:off x="12309" y="6854"/>
              <a:ext cx="567" cy="557"/>
            </a:xfrm>
            <a:prstGeom prst="rect">
              <a:avLst/>
            </a:prstGeom>
          </p:spPr>
        </p:pic>
      </p:grpSp>
      <p:sp>
        <p:nvSpPr>
          <p:cNvPr id="29" name="文本框 28"/>
          <p:cNvSpPr txBox="1"/>
          <p:nvPr/>
        </p:nvSpPr>
        <p:spPr>
          <a:xfrm>
            <a:off x="10340340" y="2986405"/>
            <a:ext cx="490855" cy="275590"/>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DG</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37" name="文本框 36"/>
          <p:cNvSpPr txBox="1"/>
          <p:nvPr/>
        </p:nvSpPr>
        <p:spPr>
          <a:xfrm>
            <a:off x="10340340" y="3910330"/>
            <a:ext cx="587375" cy="275590"/>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Load</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41" name="组合 40"/>
          <p:cNvGrpSpPr>
            <a:grpSpLocks noChangeAspect="1"/>
          </p:cNvGrpSpPr>
          <p:nvPr/>
        </p:nvGrpSpPr>
        <p:grpSpPr>
          <a:xfrm>
            <a:off x="9477375" y="3684905"/>
            <a:ext cx="732790" cy="732790"/>
            <a:chOff x="6796" y="7895"/>
            <a:chExt cx="780" cy="780"/>
          </a:xfrm>
        </p:grpSpPr>
        <p:sp>
          <p:nvSpPr>
            <p:cNvPr id="64" name="圆角矩形 63"/>
            <p:cNvSpPr/>
            <p:nvPr/>
          </p:nvSpPr>
          <p:spPr>
            <a:xfrm>
              <a:off x="6796"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86" name="图片 85" descr="Smart Loads"/>
            <p:cNvPicPr>
              <a:picLocks noChangeAspect="1"/>
            </p:cNvPicPr>
            <p:nvPr/>
          </p:nvPicPr>
          <p:blipFill>
            <a:blip r:embed="rId6"/>
            <a:stretch>
              <a:fillRect/>
            </a:stretch>
          </p:blipFill>
          <p:spPr>
            <a:xfrm>
              <a:off x="6855" y="8056"/>
              <a:ext cx="663" cy="459"/>
            </a:xfrm>
            <a:prstGeom prst="rect">
              <a:avLst/>
            </a:prstGeom>
          </p:spPr>
        </p:pic>
      </p:grpSp>
      <p:sp>
        <p:nvSpPr>
          <p:cNvPr id="13" name="文本框 12"/>
          <p:cNvSpPr txBox="1"/>
          <p:nvPr/>
        </p:nvSpPr>
        <p:spPr>
          <a:xfrm>
            <a:off x="3999230" y="5410835"/>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8" name="文本框 7"/>
          <p:cNvSpPr txBox="1"/>
          <p:nvPr/>
        </p:nvSpPr>
        <p:spPr>
          <a:xfrm rot="5400000">
            <a:off x="2163445" y="3021330"/>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22" name="矩形 21"/>
          <p:cNvSpPr/>
          <p:nvPr/>
        </p:nvSpPr>
        <p:spPr>
          <a:xfrm>
            <a:off x="5313045" y="1912620"/>
            <a:ext cx="3132455" cy="2876550"/>
          </a:xfrm>
          <a:prstGeom prst="rect">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116" name="图片 115"/>
          <p:cNvPicPr>
            <a:picLocks noChangeAspect="1"/>
          </p:cNvPicPr>
          <p:nvPr/>
        </p:nvPicPr>
        <p:blipFill>
          <a:blip r:embed="rId7"/>
          <a:stretch>
            <a:fillRect/>
          </a:stretch>
        </p:blipFill>
        <p:spPr>
          <a:xfrm rot="5400000">
            <a:off x="5666740" y="2263775"/>
            <a:ext cx="188595" cy="476885"/>
          </a:xfrm>
          <a:prstGeom prst="rect">
            <a:avLst/>
          </a:prstGeom>
          <a:ln w="15875">
            <a:noFill/>
          </a:ln>
        </p:spPr>
      </p:pic>
      <p:pic>
        <p:nvPicPr>
          <p:cNvPr id="31" name="图片 30"/>
          <p:cNvPicPr>
            <a:picLocks noChangeAspect="1"/>
          </p:cNvPicPr>
          <p:nvPr/>
        </p:nvPicPr>
        <p:blipFill>
          <a:blip r:embed="rId7"/>
          <a:stretch>
            <a:fillRect/>
          </a:stretch>
        </p:blipFill>
        <p:spPr>
          <a:xfrm rot="5400000">
            <a:off x="5666740" y="2560320"/>
            <a:ext cx="188595" cy="476885"/>
          </a:xfrm>
          <a:prstGeom prst="rect">
            <a:avLst/>
          </a:prstGeom>
          <a:ln w="15875">
            <a:noFill/>
          </a:ln>
        </p:spPr>
      </p:pic>
      <p:pic>
        <p:nvPicPr>
          <p:cNvPr id="32" name="图片 31"/>
          <p:cNvPicPr>
            <a:picLocks noChangeAspect="1"/>
          </p:cNvPicPr>
          <p:nvPr/>
        </p:nvPicPr>
        <p:blipFill>
          <a:blip r:embed="rId7"/>
          <a:stretch>
            <a:fillRect/>
          </a:stretch>
        </p:blipFill>
        <p:spPr>
          <a:xfrm rot="5400000">
            <a:off x="5664835" y="2926080"/>
            <a:ext cx="188595" cy="476885"/>
          </a:xfrm>
          <a:prstGeom prst="rect">
            <a:avLst/>
          </a:prstGeom>
          <a:ln w="15875">
            <a:noFill/>
          </a:ln>
        </p:spPr>
      </p:pic>
      <p:pic>
        <p:nvPicPr>
          <p:cNvPr id="33" name="图片 32"/>
          <p:cNvPicPr>
            <a:picLocks noChangeAspect="1"/>
          </p:cNvPicPr>
          <p:nvPr/>
        </p:nvPicPr>
        <p:blipFill>
          <a:blip r:embed="rId7"/>
          <a:stretch>
            <a:fillRect/>
          </a:stretch>
        </p:blipFill>
        <p:spPr>
          <a:xfrm rot="5400000">
            <a:off x="5664835" y="3206115"/>
            <a:ext cx="188595" cy="476885"/>
          </a:xfrm>
          <a:prstGeom prst="rect">
            <a:avLst/>
          </a:prstGeom>
          <a:ln w="15875">
            <a:noFill/>
          </a:ln>
        </p:spPr>
      </p:pic>
      <p:sp>
        <p:nvSpPr>
          <p:cNvPr id="48" name="文本框 47"/>
          <p:cNvSpPr txBox="1"/>
          <p:nvPr/>
        </p:nvSpPr>
        <p:spPr>
          <a:xfrm>
            <a:off x="5541645" y="2376805"/>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63" name="文本框 62"/>
          <p:cNvSpPr txBox="1"/>
          <p:nvPr/>
        </p:nvSpPr>
        <p:spPr>
          <a:xfrm>
            <a:off x="5541645" y="3034665"/>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cxnSp>
        <p:nvCxnSpPr>
          <p:cNvPr id="69" name="直接连接符 68"/>
          <p:cNvCxnSpPr/>
          <p:nvPr/>
        </p:nvCxnSpPr>
        <p:spPr>
          <a:xfrm>
            <a:off x="6006465" y="2362835"/>
            <a:ext cx="4445" cy="126000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pic>
        <p:nvPicPr>
          <p:cNvPr id="73" name="图片 72"/>
          <p:cNvPicPr>
            <a:picLocks noChangeAspect="1"/>
          </p:cNvPicPr>
          <p:nvPr/>
        </p:nvPicPr>
        <p:blipFill>
          <a:blip r:embed="rId7"/>
          <a:stretch>
            <a:fillRect/>
          </a:stretch>
        </p:blipFill>
        <p:spPr>
          <a:xfrm rot="5400000">
            <a:off x="6982460" y="3249930"/>
            <a:ext cx="188595" cy="476885"/>
          </a:xfrm>
          <a:prstGeom prst="rect">
            <a:avLst/>
          </a:prstGeom>
          <a:ln w="15875">
            <a:noFill/>
          </a:ln>
        </p:spPr>
      </p:pic>
      <p:pic>
        <p:nvPicPr>
          <p:cNvPr id="76" name="图片 75"/>
          <p:cNvPicPr>
            <a:picLocks noChangeAspect="1"/>
          </p:cNvPicPr>
          <p:nvPr/>
        </p:nvPicPr>
        <p:blipFill>
          <a:blip r:embed="rId7"/>
          <a:stretch>
            <a:fillRect/>
          </a:stretch>
        </p:blipFill>
        <p:spPr>
          <a:xfrm rot="5400000">
            <a:off x="6727190" y="2398395"/>
            <a:ext cx="188595" cy="476885"/>
          </a:xfrm>
          <a:prstGeom prst="rect">
            <a:avLst/>
          </a:prstGeom>
          <a:ln w="15875">
            <a:noFill/>
          </a:ln>
        </p:spPr>
      </p:pic>
      <p:cxnSp>
        <p:nvCxnSpPr>
          <p:cNvPr id="77" name="直接连接符 76"/>
          <p:cNvCxnSpPr/>
          <p:nvPr/>
        </p:nvCxnSpPr>
        <p:spPr>
          <a:xfrm flipV="1">
            <a:off x="6003608" y="3488690"/>
            <a:ext cx="834390" cy="317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78" name="直接连接符 77"/>
          <p:cNvCxnSpPr>
            <a:endCxn id="76" idx="2"/>
          </p:cNvCxnSpPr>
          <p:nvPr/>
        </p:nvCxnSpPr>
        <p:spPr>
          <a:xfrm>
            <a:off x="6004243" y="2632710"/>
            <a:ext cx="578485" cy="444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80" name="直接连接符 79"/>
          <p:cNvCxnSpPr/>
          <p:nvPr/>
        </p:nvCxnSpPr>
        <p:spPr>
          <a:xfrm>
            <a:off x="7305993" y="3494405"/>
            <a:ext cx="1852295" cy="698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81" name="直接连接符 80"/>
          <p:cNvCxnSpPr/>
          <p:nvPr/>
        </p:nvCxnSpPr>
        <p:spPr>
          <a:xfrm>
            <a:off x="7052628" y="2650490"/>
            <a:ext cx="651510" cy="127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83" name="圆角矩形 82"/>
          <p:cNvSpPr/>
          <p:nvPr/>
        </p:nvSpPr>
        <p:spPr>
          <a:xfrm>
            <a:off x="6605270" y="4062730"/>
            <a:ext cx="1332865" cy="533400"/>
          </a:xfrm>
          <a:prstGeom prst="roundRect">
            <a:avLst/>
          </a:prstGeom>
          <a:ln w="15875">
            <a:solidFill>
              <a:schemeClr val="accent1"/>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84" name="文本框 83"/>
          <p:cNvSpPr txBox="1"/>
          <p:nvPr/>
        </p:nvSpPr>
        <p:spPr>
          <a:xfrm>
            <a:off x="6736080" y="4191635"/>
            <a:ext cx="1029970"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Controller</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cxnSp>
        <p:nvCxnSpPr>
          <p:cNvPr id="87" name="肘形连接符 86"/>
          <p:cNvCxnSpPr/>
          <p:nvPr/>
        </p:nvCxnSpPr>
        <p:spPr>
          <a:xfrm rot="16200000">
            <a:off x="3345180" y="4704715"/>
            <a:ext cx="657860" cy="3175"/>
          </a:xfrm>
          <a:prstGeom prst="bentConnector2">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88" name="肘形连接符 87"/>
          <p:cNvCxnSpPr/>
          <p:nvPr/>
        </p:nvCxnSpPr>
        <p:spPr>
          <a:xfrm rot="16200000">
            <a:off x="4723130" y="4772660"/>
            <a:ext cx="528320" cy="3175"/>
          </a:xfrm>
          <a:prstGeom prst="bentConnector3">
            <a:avLst>
              <a:gd name="adj1" fmla="val 49940"/>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89" name="直接连接符 88"/>
          <p:cNvCxnSpPr/>
          <p:nvPr/>
        </p:nvCxnSpPr>
        <p:spPr>
          <a:xfrm flipV="1">
            <a:off x="3668713" y="4370070"/>
            <a:ext cx="2926080" cy="1524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93" name="直接连接符 92"/>
          <p:cNvCxnSpPr/>
          <p:nvPr/>
        </p:nvCxnSpPr>
        <p:spPr>
          <a:xfrm flipV="1">
            <a:off x="4974908" y="4498340"/>
            <a:ext cx="1607820" cy="3175"/>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94" name="肘形连接符 93"/>
          <p:cNvCxnSpPr/>
          <p:nvPr/>
        </p:nvCxnSpPr>
        <p:spPr>
          <a:xfrm flipV="1">
            <a:off x="7938135" y="2506345"/>
            <a:ext cx="998855" cy="1823085"/>
          </a:xfrm>
          <a:prstGeom prst="bentConnector2">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nvCxnSpPr>
        <p:spPr>
          <a:xfrm>
            <a:off x="5510530" y="2799080"/>
            <a:ext cx="360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5510530" y="2506980"/>
            <a:ext cx="360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6797040" y="3488690"/>
            <a:ext cx="360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6423025" y="5584825"/>
            <a:ext cx="2374900" cy="778510"/>
            <a:chOff x="1248" y="7230"/>
            <a:chExt cx="3740" cy="1226"/>
          </a:xfrm>
        </p:grpSpPr>
        <p:cxnSp>
          <p:nvCxnSpPr>
            <p:cNvPr id="44" name="直接连接符 43"/>
            <p:cNvCxnSpPr/>
            <p:nvPr/>
          </p:nvCxnSpPr>
          <p:spPr>
            <a:xfrm>
              <a:off x="1248" y="8103"/>
              <a:ext cx="1134"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45" name="直接连接符 44"/>
            <p:cNvCxnSpPr/>
            <p:nvPr/>
          </p:nvCxnSpPr>
          <p:spPr>
            <a:xfrm>
              <a:off x="1248" y="7482"/>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46" name="文本框 45"/>
            <p:cNvSpPr txBox="1"/>
            <p:nvPr/>
          </p:nvSpPr>
          <p:spPr>
            <a:xfrm>
              <a:off x="2646" y="7230"/>
              <a:ext cx="1787" cy="434"/>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power line </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52" name="文本框 51"/>
            <p:cNvSpPr txBox="1"/>
            <p:nvPr/>
          </p:nvSpPr>
          <p:spPr>
            <a:xfrm>
              <a:off x="2646" y="7732"/>
              <a:ext cx="2342" cy="725"/>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communication (RS485/ETH)</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cxnSp>
        <p:nvCxnSpPr>
          <p:cNvPr id="56" name="直接箭头连接符 55"/>
          <p:cNvCxnSpPr/>
          <p:nvPr/>
        </p:nvCxnSpPr>
        <p:spPr>
          <a:xfrm>
            <a:off x="5510530" y="3159125"/>
            <a:ext cx="360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5510530" y="3444875"/>
            <a:ext cx="360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1058545" y="828675"/>
            <a:ext cx="9705340" cy="772160"/>
          </a:xfrm>
          <a:prstGeom prst="rect">
            <a:avLst/>
          </a:prstGeom>
        </p:spPr>
        <p:txBody>
          <a:bodyPr>
            <a:noAutofit/>
          </a:bodyPr>
          <a:p>
            <a:pPr algn="l">
              <a:lnSpc>
                <a:spcPct val="100000"/>
              </a:lnSpc>
              <a:buClrTx/>
              <a:buSzTx/>
              <a:buNone/>
            </a:pPr>
            <a:r>
              <a:rPr lang="en-US" altLang="zh-CN" sz="1600" b="1" i="0">
                <a:solidFill>
                  <a:srgbClr val="595757"/>
                </a:solidFill>
              </a:rPr>
              <a:t>Mode 3 (off-grid):</a:t>
            </a:r>
            <a:endParaRPr lang="en-US" altLang="zh-CN" sz="1600" b="1" i="0">
              <a:solidFill>
                <a:srgbClr val="595757"/>
              </a:solidFill>
            </a:endParaRPr>
          </a:p>
          <a:p>
            <a:r>
              <a:rPr lang="en-US" altLang="zh-CN" sz="1600">
                <a:solidFill>
                  <a:srgbClr val="595757"/>
                </a:solidFill>
                <a:sym typeface="+mn-ea"/>
              </a:rPr>
              <a:t>When the PV power is less than the load and the battery has sufficient energy,  the PV and the battery supplies the load together.</a:t>
            </a:r>
            <a:endParaRPr lang="en-US" altLang="zh-CN" sz="1600" b="0" i="0">
              <a:solidFill>
                <a:srgbClr val="595757"/>
              </a:solidFill>
            </a:endParaRPr>
          </a:p>
        </p:txBody>
      </p:sp>
      <p:grpSp>
        <p:nvGrpSpPr>
          <p:cNvPr id="67" name="组合 66"/>
          <p:cNvGrpSpPr>
            <a:grpSpLocks noChangeAspect="1"/>
          </p:cNvGrpSpPr>
          <p:nvPr/>
        </p:nvGrpSpPr>
        <p:grpSpPr>
          <a:xfrm>
            <a:off x="9450070" y="1799590"/>
            <a:ext cx="789305" cy="789305"/>
            <a:chOff x="14620" y="4385"/>
            <a:chExt cx="780" cy="780"/>
          </a:xfrm>
        </p:grpSpPr>
        <p:sp>
          <p:nvSpPr>
            <p:cNvPr id="71" name="圆角矩形 70"/>
            <p:cNvSpPr/>
            <p:nvPr/>
          </p:nvSpPr>
          <p:spPr>
            <a:xfrm>
              <a:off x="14620" y="438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79" name="图片 78" descr="Grid"/>
            <p:cNvPicPr>
              <a:picLocks noChangeAspect="1"/>
            </p:cNvPicPr>
            <p:nvPr/>
          </p:nvPicPr>
          <p:blipFill>
            <a:blip r:embed="rId8"/>
            <a:stretch>
              <a:fillRect/>
            </a:stretch>
          </p:blipFill>
          <p:spPr>
            <a:xfrm>
              <a:off x="14765" y="4539"/>
              <a:ext cx="490" cy="473"/>
            </a:xfrm>
            <a:prstGeom prst="rect">
              <a:avLst/>
            </a:prstGeom>
          </p:spPr>
        </p:pic>
      </p:grpSp>
      <p:sp>
        <p:nvSpPr>
          <p:cNvPr id="27" name="文本框 26"/>
          <p:cNvSpPr txBox="1"/>
          <p:nvPr/>
        </p:nvSpPr>
        <p:spPr>
          <a:xfrm>
            <a:off x="10340340" y="2062480"/>
            <a:ext cx="587375" cy="275590"/>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Grid</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35" name="组合 34"/>
          <p:cNvGrpSpPr/>
          <p:nvPr/>
        </p:nvGrpSpPr>
        <p:grpSpPr>
          <a:xfrm>
            <a:off x="8689023" y="2010728"/>
            <a:ext cx="495300" cy="495300"/>
            <a:chOff x="12608" y="4385"/>
            <a:chExt cx="780" cy="780"/>
          </a:xfrm>
        </p:grpSpPr>
        <p:sp>
          <p:nvSpPr>
            <p:cNvPr id="70" name="圆角矩形 69"/>
            <p:cNvSpPr/>
            <p:nvPr/>
          </p:nvSpPr>
          <p:spPr>
            <a:xfrm>
              <a:off x="12608" y="438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82" name="图片 81" descr="Import Meter"/>
            <p:cNvPicPr>
              <a:picLocks noChangeAspect="1"/>
            </p:cNvPicPr>
            <p:nvPr/>
          </p:nvPicPr>
          <p:blipFill>
            <a:blip r:embed="rId9"/>
            <a:stretch>
              <a:fillRect/>
            </a:stretch>
          </p:blipFill>
          <p:spPr>
            <a:xfrm>
              <a:off x="12713" y="4466"/>
              <a:ext cx="570" cy="618"/>
            </a:xfrm>
            <a:prstGeom prst="rect">
              <a:avLst/>
            </a:prstGeom>
          </p:spPr>
        </p:pic>
      </p:grpSp>
      <p:cxnSp>
        <p:nvCxnSpPr>
          <p:cNvPr id="38" name="直接连接符 37"/>
          <p:cNvCxnSpPr>
            <a:stCxn id="59" idx="0"/>
          </p:cNvCxnSpPr>
          <p:nvPr/>
        </p:nvCxnSpPr>
        <p:spPr>
          <a:xfrm>
            <a:off x="8179753" y="3119120"/>
            <a:ext cx="1327150" cy="381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pic>
        <p:nvPicPr>
          <p:cNvPr id="39" name="图片 38"/>
          <p:cNvPicPr>
            <a:picLocks noChangeAspect="1"/>
          </p:cNvPicPr>
          <p:nvPr/>
        </p:nvPicPr>
        <p:blipFill>
          <a:blip r:embed="rId7"/>
          <a:stretch>
            <a:fillRect/>
          </a:stretch>
        </p:blipFill>
        <p:spPr>
          <a:xfrm rot="5400000">
            <a:off x="7847330" y="1995805"/>
            <a:ext cx="188595" cy="476885"/>
          </a:xfrm>
          <a:prstGeom prst="rect">
            <a:avLst/>
          </a:prstGeom>
          <a:ln w="15875">
            <a:noFill/>
          </a:ln>
        </p:spPr>
      </p:pic>
      <p:cxnSp>
        <p:nvCxnSpPr>
          <p:cNvPr id="40" name="直接连接符 39"/>
          <p:cNvCxnSpPr/>
          <p:nvPr/>
        </p:nvCxnSpPr>
        <p:spPr>
          <a:xfrm>
            <a:off x="8179753" y="2235835"/>
            <a:ext cx="513715" cy="444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58" name="直接连接符 57"/>
          <p:cNvCxnSpPr/>
          <p:nvPr/>
        </p:nvCxnSpPr>
        <p:spPr>
          <a:xfrm>
            <a:off x="9176068" y="2246630"/>
            <a:ext cx="280670" cy="127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pic>
        <p:nvPicPr>
          <p:cNvPr id="59" name="图片 58"/>
          <p:cNvPicPr>
            <a:picLocks noChangeAspect="1"/>
          </p:cNvPicPr>
          <p:nvPr/>
        </p:nvPicPr>
        <p:blipFill>
          <a:blip r:embed="rId7"/>
          <a:stretch>
            <a:fillRect/>
          </a:stretch>
        </p:blipFill>
        <p:spPr>
          <a:xfrm rot="5400000">
            <a:off x="7847330" y="2880360"/>
            <a:ext cx="188595" cy="476885"/>
          </a:xfrm>
          <a:prstGeom prst="rect">
            <a:avLst/>
          </a:prstGeom>
          <a:ln w="15875">
            <a:noFill/>
          </a:ln>
        </p:spPr>
      </p:pic>
      <p:cxnSp>
        <p:nvCxnSpPr>
          <p:cNvPr id="60" name="直接连接符 59"/>
          <p:cNvCxnSpPr>
            <a:stCxn id="59" idx="2"/>
            <a:endCxn id="39" idx="2"/>
          </p:cNvCxnSpPr>
          <p:nvPr/>
        </p:nvCxnSpPr>
        <p:spPr>
          <a:xfrm flipV="1">
            <a:off x="7702868" y="2234565"/>
            <a:ext cx="0" cy="88455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62" name="文本框 61"/>
          <p:cNvSpPr txBox="1"/>
          <p:nvPr/>
        </p:nvSpPr>
        <p:spPr>
          <a:xfrm>
            <a:off x="6390640" y="2209800"/>
            <a:ext cx="685800"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STS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cxnSp>
        <p:nvCxnSpPr>
          <p:cNvPr id="65" name="直接连接符 64"/>
          <p:cNvCxnSpPr/>
          <p:nvPr/>
        </p:nvCxnSpPr>
        <p:spPr>
          <a:xfrm>
            <a:off x="9148763" y="4029710"/>
            <a:ext cx="328295" cy="127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66" name="直接连接符 65"/>
          <p:cNvCxnSpPr/>
          <p:nvPr/>
        </p:nvCxnSpPr>
        <p:spPr>
          <a:xfrm>
            <a:off x="9155113" y="3496945"/>
            <a:ext cx="3175" cy="52705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96" name="肘形连接符 95"/>
          <p:cNvCxnSpPr/>
          <p:nvPr/>
        </p:nvCxnSpPr>
        <p:spPr>
          <a:xfrm>
            <a:off x="2900680" y="3885565"/>
            <a:ext cx="3688715" cy="320040"/>
          </a:xfrm>
          <a:prstGeom prst="bentConnector3">
            <a:avLst>
              <a:gd name="adj1" fmla="val 29781"/>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grpSp>
        <p:nvGrpSpPr>
          <p:cNvPr id="72" name="组合 71"/>
          <p:cNvGrpSpPr/>
          <p:nvPr/>
        </p:nvGrpSpPr>
        <p:grpSpPr>
          <a:xfrm rot="18540000">
            <a:off x="6573520" y="2435860"/>
            <a:ext cx="359410" cy="364490"/>
            <a:chOff x="14546" y="7818"/>
            <a:chExt cx="566" cy="574"/>
          </a:xfrm>
        </p:grpSpPr>
        <p:cxnSp>
          <p:nvCxnSpPr>
            <p:cNvPr id="74" name="直接箭头连接符 73"/>
            <p:cNvCxnSpPr/>
            <p:nvPr/>
          </p:nvCxnSpPr>
          <p:spPr>
            <a:xfrm>
              <a:off x="14546" y="8101"/>
              <a:ext cx="567"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flipH="1">
              <a:off x="14813" y="7818"/>
              <a:ext cx="9" cy="574"/>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9" name="组合 48"/>
          <p:cNvGrpSpPr/>
          <p:nvPr/>
        </p:nvGrpSpPr>
        <p:grpSpPr>
          <a:xfrm rot="18540000">
            <a:off x="7734300" y="2033270"/>
            <a:ext cx="359410" cy="364490"/>
            <a:chOff x="14546" y="7818"/>
            <a:chExt cx="566" cy="574"/>
          </a:xfrm>
        </p:grpSpPr>
        <p:cxnSp>
          <p:nvCxnSpPr>
            <p:cNvPr id="68" name="直接箭头连接符 67"/>
            <p:cNvCxnSpPr/>
            <p:nvPr/>
          </p:nvCxnSpPr>
          <p:spPr>
            <a:xfrm>
              <a:off x="14546" y="8101"/>
              <a:ext cx="567"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flipH="1">
              <a:off x="14813" y="7818"/>
              <a:ext cx="9" cy="574"/>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91" name="组合 90"/>
          <p:cNvGrpSpPr/>
          <p:nvPr/>
        </p:nvGrpSpPr>
        <p:grpSpPr>
          <a:xfrm rot="18540000">
            <a:off x="7767320" y="2931160"/>
            <a:ext cx="359410" cy="364490"/>
            <a:chOff x="14546" y="7818"/>
            <a:chExt cx="566" cy="574"/>
          </a:xfrm>
        </p:grpSpPr>
        <p:cxnSp>
          <p:nvCxnSpPr>
            <p:cNvPr id="92" name="直接箭头连接符 91"/>
            <p:cNvCxnSpPr/>
            <p:nvPr/>
          </p:nvCxnSpPr>
          <p:spPr>
            <a:xfrm>
              <a:off x="14546" y="8101"/>
              <a:ext cx="567"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p:nvPr/>
          </p:nvCxnSpPr>
          <p:spPr>
            <a:xfrm flipH="1">
              <a:off x="14813" y="7818"/>
              <a:ext cx="9" cy="574"/>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97" name="直接连接符 96"/>
          <p:cNvCxnSpPr/>
          <p:nvPr/>
        </p:nvCxnSpPr>
        <p:spPr>
          <a:xfrm>
            <a:off x="8936673" y="3251200"/>
            <a:ext cx="554990" cy="508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cxnSp>
        <p:nvCxnSpPr>
          <p:cNvPr id="25" name="肘形连接符 24"/>
          <p:cNvCxnSpPr>
            <a:stCxn id="3" idx="0"/>
            <a:endCxn id="32" idx="2"/>
          </p:cNvCxnSpPr>
          <p:nvPr/>
        </p:nvCxnSpPr>
        <p:spPr>
          <a:xfrm rot="16200000">
            <a:off x="3609023" y="3068003"/>
            <a:ext cx="1814830" cy="2008505"/>
          </a:xfrm>
          <a:prstGeom prst="bentConnector2">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26" name="肘形连接符 25"/>
          <p:cNvCxnSpPr>
            <a:stCxn id="18" idx="0"/>
            <a:endCxn id="33" idx="2"/>
          </p:cNvCxnSpPr>
          <p:nvPr/>
        </p:nvCxnSpPr>
        <p:spPr>
          <a:xfrm rot="16200000">
            <a:off x="4412933" y="3871913"/>
            <a:ext cx="1534795" cy="680720"/>
          </a:xfrm>
          <a:prstGeom prst="bentConnector2">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24" name="直接连接符 23"/>
          <p:cNvCxnSpPr/>
          <p:nvPr/>
        </p:nvCxnSpPr>
        <p:spPr>
          <a:xfrm flipV="1">
            <a:off x="2900363" y="2502535"/>
            <a:ext cx="2621915" cy="444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90" name="肘形连接符 89"/>
          <p:cNvCxnSpPr>
            <a:stCxn id="16" idx="3"/>
            <a:endCxn id="31" idx="2"/>
          </p:cNvCxnSpPr>
          <p:nvPr/>
        </p:nvCxnSpPr>
        <p:spPr>
          <a:xfrm flipV="1">
            <a:off x="2900680" y="2799080"/>
            <a:ext cx="2621915" cy="955040"/>
          </a:xfrm>
          <a:prstGeom prst="bentConnector3">
            <a:avLst>
              <a:gd name="adj1" fmla="val 12957"/>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cxnSp>
        <p:nvCxnSpPr>
          <p:cNvPr id="47" name="肘形连接符 46"/>
          <p:cNvCxnSpPr/>
          <p:nvPr/>
        </p:nvCxnSpPr>
        <p:spPr>
          <a:xfrm rot="16200000">
            <a:off x="2607305" y="3196585"/>
            <a:ext cx="936000" cy="3175"/>
          </a:xfrm>
          <a:prstGeom prst="bentConnector2">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50" name="直接连接符 49"/>
          <p:cNvCxnSpPr/>
          <p:nvPr/>
        </p:nvCxnSpPr>
        <p:spPr>
          <a:xfrm>
            <a:off x="2899728" y="2701925"/>
            <a:ext cx="180000"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51" name="直接连接符 50"/>
          <p:cNvCxnSpPr/>
          <p:nvPr/>
        </p:nvCxnSpPr>
        <p:spPr>
          <a:xfrm>
            <a:off x="2900363" y="3696970"/>
            <a:ext cx="180000"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sp>
        <p:nvSpPr>
          <p:cNvPr id="2" name="文本占位符 2"/>
          <p:cNvSpPr>
            <a:spLocks noGrp="1"/>
          </p:cNvSpPr>
          <p:nvPr>
            <p:custDataLst>
              <p:tags r:id="rId1"/>
            </p:custDataLst>
          </p:nvPr>
        </p:nvSpPr>
        <p:spPr>
          <a:xfrm>
            <a:off x="953770" y="398145"/>
            <a:ext cx="8063865" cy="316865"/>
          </a:xfrm>
          <a:prstGeom prst="rect">
            <a:avLst/>
          </a:prstGeom>
        </p:spPr>
        <p:txBody>
          <a:bodyPr/>
          <a:lstStyle>
            <a:lvl1pPr marL="0" indent="0" algn="l" defTabSz="914400" rtl="0" eaLnBrk="1" latinLnBrk="0" hangingPunct="1">
              <a:lnSpc>
                <a:spcPct val="90000"/>
              </a:lnSpc>
              <a:spcBef>
                <a:spcPct val="20000"/>
              </a:spcBef>
              <a:spcAft>
                <a:spcPts val="0"/>
              </a:spcAft>
              <a:buFont typeface="Arial" panose="020B0604020202020204" pitchFamily="34" charset="0"/>
              <a:buNone/>
              <a:defRPr lang="zh-CN" altLang="en-US" sz="2000" b="1" u="none" strike="noStrike" kern="1200" cap="none" spc="0" normalizeH="0" baseline="0">
                <a:solidFill>
                  <a:srgbClr val="3A70D3"/>
                </a:solidFill>
                <a:uFillTx/>
                <a:latin typeface="微软雅黑" panose="020B0503020204020204" charset="-122"/>
                <a:ea typeface="微软雅黑" panose="020B0503020204020204" charset="-122"/>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1800" dirty="0">
                <a:sym typeface="+mn-ea"/>
              </a:rPr>
              <a:t>Micro-Grid Solution for C&amp;I</a:t>
            </a:r>
            <a:endParaRPr lang="en-US" altLang="zh-CN" sz="1800" dirty="0">
              <a:sym typeface="+mn-ea"/>
            </a:endParaRPr>
          </a:p>
        </p:txBody>
      </p:sp>
      <p:pic>
        <p:nvPicPr>
          <p:cNvPr id="3" name="图片 2"/>
          <p:cNvPicPr>
            <a:picLocks noChangeAspect="1"/>
          </p:cNvPicPr>
          <p:nvPr/>
        </p:nvPicPr>
        <p:blipFill>
          <a:blip r:embed="rId2"/>
          <a:stretch>
            <a:fillRect/>
          </a:stretch>
        </p:blipFill>
        <p:spPr>
          <a:xfrm>
            <a:off x="3099435" y="4979670"/>
            <a:ext cx="825500" cy="1537970"/>
          </a:xfrm>
          <a:prstGeom prst="rect">
            <a:avLst/>
          </a:prstGeom>
        </p:spPr>
      </p:pic>
      <p:grpSp>
        <p:nvGrpSpPr>
          <p:cNvPr id="5" name="组合 4"/>
          <p:cNvGrpSpPr/>
          <p:nvPr/>
        </p:nvGrpSpPr>
        <p:grpSpPr>
          <a:xfrm>
            <a:off x="890270" y="2011680"/>
            <a:ext cx="2010410" cy="990600"/>
            <a:chOff x="1402" y="2175"/>
            <a:chExt cx="3166" cy="1560"/>
          </a:xfrm>
        </p:grpSpPr>
        <p:cxnSp>
          <p:nvCxnSpPr>
            <p:cNvPr id="34" name="直接连接符 33"/>
            <p:cNvCxnSpPr/>
            <p:nvPr/>
          </p:nvCxnSpPr>
          <p:spPr>
            <a:xfrm>
              <a:off x="2182" y="3006"/>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grpSp>
          <p:nvGrpSpPr>
            <p:cNvPr id="4" name="组合 3"/>
            <p:cNvGrpSpPr/>
            <p:nvPr/>
          </p:nvGrpSpPr>
          <p:grpSpPr>
            <a:xfrm>
              <a:off x="1402" y="2616"/>
              <a:ext cx="780" cy="780"/>
              <a:chOff x="815" y="7895"/>
              <a:chExt cx="780" cy="780"/>
            </a:xfrm>
          </p:grpSpPr>
          <p:sp>
            <p:nvSpPr>
              <p:cNvPr id="142" name="圆角矩形 141"/>
              <p:cNvSpPr/>
              <p:nvPr/>
            </p:nvSpPr>
            <p:spPr>
              <a:xfrm>
                <a:off x="815"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43" name="图片 142" descr="pv"/>
              <p:cNvPicPr>
                <a:picLocks noChangeAspect="1"/>
              </p:cNvPicPr>
              <p:nvPr/>
            </p:nvPicPr>
            <p:blipFill>
              <a:blip r:embed="rId3"/>
              <a:stretch>
                <a:fillRect/>
              </a:stretch>
            </p:blipFill>
            <p:spPr>
              <a:xfrm>
                <a:off x="915" y="8057"/>
                <a:ext cx="580" cy="532"/>
              </a:xfrm>
              <a:prstGeom prst="rect">
                <a:avLst/>
              </a:prstGeom>
            </p:spPr>
          </p:pic>
        </p:grpSp>
        <p:grpSp>
          <p:nvGrpSpPr>
            <p:cNvPr id="30" name="组合 29"/>
            <p:cNvGrpSpPr/>
            <p:nvPr/>
          </p:nvGrpSpPr>
          <p:grpSpPr>
            <a:xfrm>
              <a:off x="3008" y="2175"/>
              <a:ext cx="1560" cy="1560"/>
              <a:chOff x="1041" y="3812"/>
              <a:chExt cx="1560" cy="1560"/>
            </a:xfrm>
          </p:grpSpPr>
          <p:grpSp>
            <p:nvGrpSpPr>
              <p:cNvPr id="55" name="组合 54"/>
              <p:cNvGrpSpPr/>
              <p:nvPr/>
            </p:nvGrpSpPr>
            <p:grpSpPr>
              <a:xfrm>
                <a:off x="1041" y="3812"/>
                <a:ext cx="1560" cy="1560"/>
                <a:chOff x="692" y="2451"/>
                <a:chExt cx="2268" cy="2268"/>
              </a:xfrm>
            </p:grpSpPr>
            <p:sp>
              <p:nvSpPr>
                <p:cNvPr id="53" name="圆角矩形 52"/>
                <p:cNvSpPr/>
                <p:nvPr/>
              </p:nvSpPr>
              <p:spPr>
                <a:xfrm>
                  <a:off x="692" y="2451"/>
                  <a:ext cx="2268" cy="2268"/>
                </a:xfrm>
                <a:prstGeom prst="roundRect">
                  <a:avLst>
                    <a:gd name="adj" fmla="val 11905"/>
                  </a:avLst>
                </a:prstGeom>
                <a:solidFill>
                  <a:srgbClr val="1A63AE"/>
                </a:solidFill>
                <a:ln w="15875">
                  <a:gradFill>
                    <a:gsLst>
                      <a:gs pos="0">
                        <a:schemeClr val="accent1">
                          <a:lumMod val="5000"/>
                          <a:lumOff val="95000"/>
                        </a:schemeClr>
                      </a:gs>
                      <a:gs pos="76000">
                        <a:srgbClr val="A6D5F4">
                          <a:alpha val="48000"/>
                        </a:srgbClr>
                      </a:gs>
                      <a:gs pos="29000">
                        <a:srgbClr val="6EC3E7"/>
                      </a:gs>
                      <a:gs pos="100000">
                        <a:srgbClr val="60B2DC"/>
                      </a:gs>
                    </a:gsLst>
                    <a:lin ang="6960000" scaled="0"/>
                  </a:gra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4" name="圆角矩形 53"/>
                <p:cNvSpPr/>
                <p:nvPr/>
              </p:nvSpPr>
              <p:spPr>
                <a:xfrm>
                  <a:off x="692" y="2451"/>
                  <a:ext cx="2268" cy="2268"/>
                </a:xfrm>
                <a:prstGeom prst="roundRect">
                  <a:avLst>
                    <a:gd name="adj" fmla="val 11905"/>
                  </a:avLst>
                </a:prstGeom>
                <a:gradFill>
                  <a:gsLst>
                    <a:gs pos="46000">
                      <a:schemeClr val="accent1">
                        <a:lumMod val="0"/>
                        <a:alpha val="0"/>
                        <a:lumOff val="100000"/>
                      </a:schemeClr>
                    </a:gs>
                    <a:gs pos="100000">
                      <a:srgbClr val="5FC8CE">
                        <a:alpha val="34000"/>
                      </a:srgbClr>
                    </a:gs>
                  </a:gsLst>
                  <a:lin ang="2700000" scaled="0"/>
                </a:gradFill>
                <a:ln w="15875">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28" name="图片 27" descr="HYD-30-50K-T1-透视图(1) 没连采集器"/>
              <p:cNvPicPr>
                <a:picLocks noChangeAspect="1"/>
              </p:cNvPicPr>
              <p:nvPr/>
            </p:nvPicPr>
            <p:blipFill>
              <a:blip r:embed="rId4"/>
              <a:srcRect l="23890" t="17179" r="26789" b="17589"/>
              <a:stretch>
                <a:fillRect/>
              </a:stretch>
            </p:blipFill>
            <p:spPr>
              <a:xfrm>
                <a:off x="1177" y="4039"/>
                <a:ext cx="1289" cy="1209"/>
              </a:xfrm>
              <a:prstGeom prst="rect">
                <a:avLst/>
              </a:prstGeom>
            </p:spPr>
          </p:pic>
        </p:grpSp>
      </p:grpSp>
      <p:grpSp>
        <p:nvGrpSpPr>
          <p:cNvPr id="6" name="组合 5"/>
          <p:cNvGrpSpPr/>
          <p:nvPr/>
        </p:nvGrpSpPr>
        <p:grpSpPr>
          <a:xfrm>
            <a:off x="890270" y="3258820"/>
            <a:ext cx="2010410" cy="990600"/>
            <a:chOff x="1402" y="2175"/>
            <a:chExt cx="3166" cy="1560"/>
          </a:xfrm>
        </p:grpSpPr>
        <p:cxnSp>
          <p:nvCxnSpPr>
            <p:cNvPr id="7" name="直接连接符 6"/>
            <p:cNvCxnSpPr/>
            <p:nvPr/>
          </p:nvCxnSpPr>
          <p:spPr>
            <a:xfrm>
              <a:off x="2182" y="3006"/>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grpSp>
          <p:nvGrpSpPr>
            <p:cNvPr id="9" name="组合 8"/>
            <p:cNvGrpSpPr/>
            <p:nvPr/>
          </p:nvGrpSpPr>
          <p:grpSpPr>
            <a:xfrm>
              <a:off x="1402" y="2616"/>
              <a:ext cx="780" cy="780"/>
              <a:chOff x="815" y="7895"/>
              <a:chExt cx="780" cy="780"/>
            </a:xfrm>
          </p:grpSpPr>
          <p:sp>
            <p:nvSpPr>
              <p:cNvPr id="10" name="圆角矩形 9"/>
              <p:cNvSpPr/>
              <p:nvPr/>
            </p:nvSpPr>
            <p:spPr>
              <a:xfrm>
                <a:off x="815"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descr="pv"/>
              <p:cNvPicPr>
                <a:picLocks noChangeAspect="1"/>
              </p:cNvPicPr>
              <p:nvPr/>
            </p:nvPicPr>
            <p:blipFill>
              <a:blip r:embed="rId3"/>
              <a:stretch>
                <a:fillRect/>
              </a:stretch>
            </p:blipFill>
            <p:spPr>
              <a:xfrm>
                <a:off x="915" y="8057"/>
                <a:ext cx="580" cy="532"/>
              </a:xfrm>
              <a:prstGeom prst="rect">
                <a:avLst/>
              </a:prstGeom>
            </p:spPr>
          </p:pic>
        </p:grpSp>
        <p:grpSp>
          <p:nvGrpSpPr>
            <p:cNvPr id="12" name="组合 11"/>
            <p:cNvGrpSpPr/>
            <p:nvPr/>
          </p:nvGrpSpPr>
          <p:grpSpPr>
            <a:xfrm>
              <a:off x="3008" y="2175"/>
              <a:ext cx="1560" cy="1560"/>
              <a:chOff x="1041" y="3812"/>
              <a:chExt cx="1560" cy="1560"/>
            </a:xfrm>
          </p:grpSpPr>
          <p:grpSp>
            <p:nvGrpSpPr>
              <p:cNvPr id="14" name="组合 13"/>
              <p:cNvGrpSpPr/>
              <p:nvPr/>
            </p:nvGrpSpPr>
            <p:grpSpPr>
              <a:xfrm>
                <a:off x="1041" y="3812"/>
                <a:ext cx="1560" cy="1560"/>
                <a:chOff x="692" y="2451"/>
                <a:chExt cx="2268" cy="2268"/>
              </a:xfrm>
            </p:grpSpPr>
            <p:sp>
              <p:nvSpPr>
                <p:cNvPr id="15" name="圆角矩形 14"/>
                <p:cNvSpPr/>
                <p:nvPr/>
              </p:nvSpPr>
              <p:spPr>
                <a:xfrm>
                  <a:off x="692" y="2451"/>
                  <a:ext cx="2268" cy="2268"/>
                </a:xfrm>
                <a:prstGeom prst="roundRect">
                  <a:avLst>
                    <a:gd name="adj" fmla="val 11905"/>
                  </a:avLst>
                </a:prstGeom>
                <a:solidFill>
                  <a:srgbClr val="1A63AE"/>
                </a:solidFill>
                <a:ln w="15875">
                  <a:gradFill>
                    <a:gsLst>
                      <a:gs pos="0">
                        <a:schemeClr val="accent1">
                          <a:lumMod val="5000"/>
                          <a:lumOff val="95000"/>
                        </a:schemeClr>
                      </a:gs>
                      <a:gs pos="76000">
                        <a:srgbClr val="A6D5F4">
                          <a:alpha val="48000"/>
                        </a:srgbClr>
                      </a:gs>
                      <a:gs pos="29000">
                        <a:srgbClr val="6EC3E7"/>
                      </a:gs>
                      <a:gs pos="100000">
                        <a:srgbClr val="60B2DC"/>
                      </a:gs>
                    </a:gsLst>
                    <a:lin ang="6960000" scaled="0"/>
                  </a:gra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圆角矩形 15"/>
                <p:cNvSpPr/>
                <p:nvPr/>
              </p:nvSpPr>
              <p:spPr>
                <a:xfrm>
                  <a:off x="692" y="2451"/>
                  <a:ext cx="2268" cy="2268"/>
                </a:xfrm>
                <a:prstGeom prst="roundRect">
                  <a:avLst>
                    <a:gd name="adj" fmla="val 11905"/>
                  </a:avLst>
                </a:prstGeom>
                <a:gradFill>
                  <a:gsLst>
                    <a:gs pos="46000">
                      <a:schemeClr val="accent1">
                        <a:lumMod val="0"/>
                        <a:alpha val="0"/>
                        <a:lumOff val="100000"/>
                      </a:schemeClr>
                    </a:gs>
                    <a:gs pos="100000">
                      <a:srgbClr val="5FC8CE">
                        <a:alpha val="34000"/>
                      </a:srgbClr>
                    </a:gs>
                  </a:gsLst>
                  <a:lin ang="2700000" scaled="0"/>
                </a:gradFill>
                <a:ln w="15875">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17" name="图片 16" descr="HYD-30-50K-T1-透视图(1) 没连采集器"/>
              <p:cNvPicPr>
                <a:picLocks noChangeAspect="1"/>
              </p:cNvPicPr>
              <p:nvPr/>
            </p:nvPicPr>
            <p:blipFill>
              <a:blip r:embed="rId4"/>
              <a:srcRect l="23890" t="17179" r="26789" b="17589"/>
              <a:stretch>
                <a:fillRect/>
              </a:stretch>
            </p:blipFill>
            <p:spPr>
              <a:xfrm>
                <a:off x="1177" y="4039"/>
                <a:ext cx="1289" cy="1209"/>
              </a:xfrm>
              <a:prstGeom prst="rect">
                <a:avLst/>
              </a:prstGeom>
            </p:spPr>
          </p:pic>
        </p:grpSp>
      </p:grpSp>
      <p:pic>
        <p:nvPicPr>
          <p:cNvPr id="18" name="图片 17"/>
          <p:cNvPicPr>
            <a:picLocks noChangeAspect="1"/>
          </p:cNvPicPr>
          <p:nvPr/>
        </p:nvPicPr>
        <p:blipFill>
          <a:blip r:embed="rId2"/>
          <a:stretch>
            <a:fillRect/>
          </a:stretch>
        </p:blipFill>
        <p:spPr>
          <a:xfrm>
            <a:off x="4427220" y="4979670"/>
            <a:ext cx="825500" cy="1537970"/>
          </a:xfrm>
          <a:prstGeom prst="rect">
            <a:avLst/>
          </a:prstGeom>
        </p:spPr>
      </p:pic>
      <p:sp>
        <p:nvSpPr>
          <p:cNvPr id="19" name="文本框 18"/>
          <p:cNvSpPr txBox="1"/>
          <p:nvPr/>
        </p:nvSpPr>
        <p:spPr>
          <a:xfrm>
            <a:off x="3335020" y="6540500"/>
            <a:ext cx="15411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Storage Cabinets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21" name="文本框 20"/>
          <p:cNvSpPr txBox="1"/>
          <p:nvPr/>
        </p:nvSpPr>
        <p:spPr>
          <a:xfrm>
            <a:off x="1837690" y="4320540"/>
            <a:ext cx="11347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PV inverters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23" name="文本框 22"/>
          <p:cNvSpPr txBox="1"/>
          <p:nvPr/>
        </p:nvSpPr>
        <p:spPr>
          <a:xfrm>
            <a:off x="6244590" y="1637030"/>
            <a:ext cx="1408430"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Backup Cabinet</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152" name="组合 151"/>
          <p:cNvGrpSpPr>
            <a:grpSpLocks noChangeAspect="1"/>
          </p:cNvGrpSpPr>
          <p:nvPr/>
        </p:nvGrpSpPr>
        <p:grpSpPr>
          <a:xfrm>
            <a:off x="9491345" y="2757170"/>
            <a:ext cx="768985" cy="768985"/>
            <a:chOff x="12202" y="6742"/>
            <a:chExt cx="780" cy="780"/>
          </a:xfrm>
        </p:grpSpPr>
        <p:sp>
          <p:nvSpPr>
            <p:cNvPr id="133" name="圆角矩形 132"/>
            <p:cNvSpPr/>
            <p:nvPr/>
          </p:nvSpPr>
          <p:spPr>
            <a:xfrm>
              <a:off x="12202" y="6742"/>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51" name="图片 150" descr="Diesel Generator"/>
            <p:cNvPicPr>
              <a:picLocks noChangeAspect="1"/>
            </p:cNvPicPr>
            <p:nvPr/>
          </p:nvPicPr>
          <p:blipFill>
            <a:blip r:embed="rId5"/>
            <a:stretch>
              <a:fillRect/>
            </a:stretch>
          </p:blipFill>
          <p:spPr>
            <a:xfrm>
              <a:off x="12309" y="6854"/>
              <a:ext cx="567" cy="557"/>
            </a:xfrm>
            <a:prstGeom prst="rect">
              <a:avLst/>
            </a:prstGeom>
          </p:spPr>
        </p:pic>
      </p:grpSp>
      <p:sp>
        <p:nvSpPr>
          <p:cNvPr id="29" name="文本框 28"/>
          <p:cNvSpPr txBox="1"/>
          <p:nvPr/>
        </p:nvSpPr>
        <p:spPr>
          <a:xfrm>
            <a:off x="10340340" y="2986405"/>
            <a:ext cx="490855" cy="275590"/>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DG</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37" name="文本框 36"/>
          <p:cNvSpPr txBox="1"/>
          <p:nvPr/>
        </p:nvSpPr>
        <p:spPr>
          <a:xfrm>
            <a:off x="10340340" y="3910330"/>
            <a:ext cx="587375" cy="275590"/>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Load</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41" name="组合 40"/>
          <p:cNvGrpSpPr>
            <a:grpSpLocks noChangeAspect="1"/>
          </p:cNvGrpSpPr>
          <p:nvPr/>
        </p:nvGrpSpPr>
        <p:grpSpPr>
          <a:xfrm>
            <a:off x="9477375" y="3684905"/>
            <a:ext cx="732790" cy="732790"/>
            <a:chOff x="6796" y="7895"/>
            <a:chExt cx="780" cy="780"/>
          </a:xfrm>
        </p:grpSpPr>
        <p:sp>
          <p:nvSpPr>
            <p:cNvPr id="64" name="圆角矩形 63"/>
            <p:cNvSpPr/>
            <p:nvPr/>
          </p:nvSpPr>
          <p:spPr>
            <a:xfrm>
              <a:off x="6796" y="789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86" name="图片 85" descr="Smart Loads"/>
            <p:cNvPicPr>
              <a:picLocks noChangeAspect="1"/>
            </p:cNvPicPr>
            <p:nvPr/>
          </p:nvPicPr>
          <p:blipFill>
            <a:blip r:embed="rId6"/>
            <a:stretch>
              <a:fillRect/>
            </a:stretch>
          </p:blipFill>
          <p:spPr>
            <a:xfrm>
              <a:off x="6855" y="8056"/>
              <a:ext cx="663" cy="459"/>
            </a:xfrm>
            <a:prstGeom prst="rect">
              <a:avLst/>
            </a:prstGeom>
          </p:spPr>
        </p:pic>
      </p:grpSp>
      <p:sp>
        <p:nvSpPr>
          <p:cNvPr id="13" name="文本框 12"/>
          <p:cNvSpPr txBox="1"/>
          <p:nvPr/>
        </p:nvSpPr>
        <p:spPr>
          <a:xfrm>
            <a:off x="3999230" y="5410835"/>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8" name="文本框 7"/>
          <p:cNvSpPr txBox="1"/>
          <p:nvPr/>
        </p:nvSpPr>
        <p:spPr>
          <a:xfrm rot="5400000">
            <a:off x="2163445" y="3021330"/>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22" name="矩形 21"/>
          <p:cNvSpPr/>
          <p:nvPr/>
        </p:nvSpPr>
        <p:spPr>
          <a:xfrm>
            <a:off x="5313045" y="1912620"/>
            <a:ext cx="3132455" cy="2876550"/>
          </a:xfrm>
          <a:prstGeom prst="rect">
            <a:avLst/>
          </a:prstGeom>
          <a:ln w="15875">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116" name="图片 115"/>
          <p:cNvPicPr>
            <a:picLocks noChangeAspect="1"/>
          </p:cNvPicPr>
          <p:nvPr/>
        </p:nvPicPr>
        <p:blipFill>
          <a:blip r:embed="rId7"/>
          <a:stretch>
            <a:fillRect/>
          </a:stretch>
        </p:blipFill>
        <p:spPr>
          <a:xfrm rot="5400000">
            <a:off x="5666740" y="2263775"/>
            <a:ext cx="188595" cy="476885"/>
          </a:xfrm>
          <a:prstGeom prst="rect">
            <a:avLst/>
          </a:prstGeom>
          <a:ln w="15875">
            <a:noFill/>
          </a:ln>
        </p:spPr>
      </p:pic>
      <p:pic>
        <p:nvPicPr>
          <p:cNvPr id="31" name="图片 30"/>
          <p:cNvPicPr>
            <a:picLocks noChangeAspect="1"/>
          </p:cNvPicPr>
          <p:nvPr/>
        </p:nvPicPr>
        <p:blipFill>
          <a:blip r:embed="rId7"/>
          <a:stretch>
            <a:fillRect/>
          </a:stretch>
        </p:blipFill>
        <p:spPr>
          <a:xfrm rot="5400000">
            <a:off x="5666740" y="2560320"/>
            <a:ext cx="188595" cy="476885"/>
          </a:xfrm>
          <a:prstGeom prst="rect">
            <a:avLst/>
          </a:prstGeom>
          <a:ln w="15875">
            <a:noFill/>
          </a:ln>
        </p:spPr>
      </p:pic>
      <p:pic>
        <p:nvPicPr>
          <p:cNvPr id="32" name="图片 31"/>
          <p:cNvPicPr>
            <a:picLocks noChangeAspect="1"/>
          </p:cNvPicPr>
          <p:nvPr/>
        </p:nvPicPr>
        <p:blipFill>
          <a:blip r:embed="rId7"/>
          <a:stretch>
            <a:fillRect/>
          </a:stretch>
        </p:blipFill>
        <p:spPr>
          <a:xfrm rot="5400000">
            <a:off x="5664835" y="2926080"/>
            <a:ext cx="188595" cy="476885"/>
          </a:xfrm>
          <a:prstGeom prst="rect">
            <a:avLst/>
          </a:prstGeom>
          <a:ln w="15875">
            <a:noFill/>
          </a:ln>
        </p:spPr>
      </p:pic>
      <p:pic>
        <p:nvPicPr>
          <p:cNvPr id="33" name="图片 32"/>
          <p:cNvPicPr>
            <a:picLocks noChangeAspect="1"/>
          </p:cNvPicPr>
          <p:nvPr/>
        </p:nvPicPr>
        <p:blipFill>
          <a:blip r:embed="rId7"/>
          <a:stretch>
            <a:fillRect/>
          </a:stretch>
        </p:blipFill>
        <p:spPr>
          <a:xfrm rot="5400000">
            <a:off x="5664835" y="3206115"/>
            <a:ext cx="188595" cy="476885"/>
          </a:xfrm>
          <a:prstGeom prst="rect">
            <a:avLst/>
          </a:prstGeom>
          <a:ln w="15875">
            <a:noFill/>
          </a:ln>
        </p:spPr>
      </p:pic>
      <p:sp>
        <p:nvSpPr>
          <p:cNvPr id="48" name="文本框 47"/>
          <p:cNvSpPr txBox="1"/>
          <p:nvPr/>
        </p:nvSpPr>
        <p:spPr>
          <a:xfrm>
            <a:off x="5541645" y="2376805"/>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63" name="文本框 62"/>
          <p:cNvSpPr txBox="1"/>
          <p:nvPr/>
        </p:nvSpPr>
        <p:spPr>
          <a:xfrm>
            <a:off x="5541645" y="3034665"/>
            <a:ext cx="551815" cy="381635"/>
          </a:xfrm>
          <a:prstGeom prst="rect">
            <a:avLst/>
          </a:prstGeom>
          <a:noFill/>
        </p:spPr>
        <p:txBody>
          <a:bodyPr wrap="square" rtlCol="0">
            <a:noAutofit/>
          </a:bodyPr>
          <a:p>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cxnSp>
        <p:nvCxnSpPr>
          <p:cNvPr id="69" name="直接连接符 68"/>
          <p:cNvCxnSpPr/>
          <p:nvPr/>
        </p:nvCxnSpPr>
        <p:spPr>
          <a:xfrm>
            <a:off x="6006465" y="2362835"/>
            <a:ext cx="4445" cy="126000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pic>
        <p:nvPicPr>
          <p:cNvPr id="73" name="图片 72"/>
          <p:cNvPicPr>
            <a:picLocks noChangeAspect="1"/>
          </p:cNvPicPr>
          <p:nvPr/>
        </p:nvPicPr>
        <p:blipFill>
          <a:blip r:embed="rId7"/>
          <a:stretch>
            <a:fillRect/>
          </a:stretch>
        </p:blipFill>
        <p:spPr>
          <a:xfrm rot="5400000">
            <a:off x="6982460" y="3249930"/>
            <a:ext cx="188595" cy="476885"/>
          </a:xfrm>
          <a:prstGeom prst="rect">
            <a:avLst/>
          </a:prstGeom>
          <a:ln w="15875">
            <a:noFill/>
          </a:ln>
        </p:spPr>
      </p:pic>
      <p:pic>
        <p:nvPicPr>
          <p:cNvPr id="76" name="图片 75"/>
          <p:cNvPicPr>
            <a:picLocks noChangeAspect="1"/>
          </p:cNvPicPr>
          <p:nvPr/>
        </p:nvPicPr>
        <p:blipFill>
          <a:blip r:embed="rId7"/>
          <a:stretch>
            <a:fillRect/>
          </a:stretch>
        </p:blipFill>
        <p:spPr>
          <a:xfrm rot="5400000">
            <a:off x="6727190" y="2398395"/>
            <a:ext cx="188595" cy="476885"/>
          </a:xfrm>
          <a:prstGeom prst="rect">
            <a:avLst/>
          </a:prstGeom>
          <a:ln w="15875">
            <a:noFill/>
          </a:ln>
        </p:spPr>
      </p:pic>
      <p:cxnSp>
        <p:nvCxnSpPr>
          <p:cNvPr id="77" name="直接连接符 76"/>
          <p:cNvCxnSpPr/>
          <p:nvPr/>
        </p:nvCxnSpPr>
        <p:spPr>
          <a:xfrm flipV="1">
            <a:off x="6003608" y="3488690"/>
            <a:ext cx="834390" cy="317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78" name="直接连接符 77"/>
          <p:cNvCxnSpPr>
            <a:endCxn id="76" idx="2"/>
          </p:cNvCxnSpPr>
          <p:nvPr/>
        </p:nvCxnSpPr>
        <p:spPr>
          <a:xfrm>
            <a:off x="6004243" y="2632710"/>
            <a:ext cx="578485" cy="444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80" name="直接连接符 79"/>
          <p:cNvCxnSpPr/>
          <p:nvPr/>
        </p:nvCxnSpPr>
        <p:spPr>
          <a:xfrm>
            <a:off x="7305993" y="3494405"/>
            <a:ext cx="1852295" cy="698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81" name="直接连接符 80"/>
          <p:cNvCxnSpPr/>
          <p:nvPr/>
        </p:nvCxnSpPr>
        <p:spPr>
          <a:xfrm>
            <a:off x="7052628" y="2650490"/>
            <a:ext cx="651510" cy="127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83" name="圆角矩形 82"/>
          <p:cNvSpPr/>
          <p:nvPr/>
        </p:nvSpPr>
        <p:spPr>
          <a:xfrm>
            <a:off x="6605270" y="4062730"/>
            <a:ext cx="1332865" cy="533400"/>
          </a:xfrm>
          <a:prstGeom prst="roundRect">
            <a:avLst/>
          </a:prstGeom>
          <a:ln w="15875">
            <a:solidFill>
              <a:schemeClr val="accent1"/>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84" name="文本框 83"/>
          <p:cNvSpPr txBox="1"/>
          <p:nvPr/>
        </p:nvSpPr>
        <p:spPr>
          <a:xfrm>
            <a:off x="6736080" y="4191635"/>
            <a:ext cx="1029970"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Controller</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cxnSp>
        <p:nvCxnSpPr>
          <p:cNvPr id="87" name="肘形连接符 86"/>
          <p:cNvCxnSpPr/>
          <p:nvPr/>
        </p:nvCxnSpPr>
        <p:spPr>
          <a:xfrm rot="16200000">
            <a:off x="3345180" y="4704715"/>
            <a:ext cx="657860" cy="3175"/>
          </a:xfrm>
          <a:prstGeom prst="bentConnector2">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88" name="肘形连接符 87"/>
          <p:cNvCxnSpPr/>
          <p:nvPr/>
        </p:nvCxnSpPr>
        <p:spPr>
          <a:xfrm rot="16200000">
            <a:off x="4723130" y="4772660"/>
            <a:ext cx="528320" cy="3175"/>
          </a:xfrm>
          <a:prstGeom prst="bentConnector3">
            <a:avLst>
              <a:gd name="adj1" fmla="val 49940"/>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89" name="直接连接符 88"/>
          <p:cNvCxnSpPr/>
          <p:nvPr/>
        </p:nvCxnSpPr>
        <p:spPr>
          <a:xfrm flipV="1">
            <a:off x="3668713" y="4370070"/>
            <a:ext cx="2926080" cy="1524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93" name="直接连接符 92"/>
          <p:cNvCxnSpPr/>
          <p:nvPr/>
        </p:nvCxnSpPr>
        <p:spPr>
          <a:xfrm flipV="1">
            <a:off x="4974908" y="4498340"/>
            <a:ext cx="1607820" cy="3175"/>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94" name="肘形连接符 93"/>
          <p:cNvCxnSpPr/>
          <p:nvPr/>
        </p:nvCxnSpPr>
        <p:spPr>
          <a:xfrm flipV="1">
            <a:off x="7938135" y="2506345"/>
            <a:ext cx="998855" cy="1823085"/>
          </a:xfrm>
          <a:prstGeom prst="bentConnector2">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42" name="直接箭头连接符 41"/>
          <p:cNvCxnSpPr/>
          <p:nvPr/>
        </p:nvCxnSpPr>
        <p:spPr>
          <a:xfrm>
            <a:off x="6797040" y="3488690"/>
            <a:ext cx="360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6423025" y="5584825"/>
            <a:ext cx="2374900" cy="778510"/>
            <a:chOff x="1248" y="7230"/>
            <a:chExt cx="3740" cy="1226"/>
          </a:xfrm>
        </p:grpSpPr>
        <p:cxnSp>
          <p:nvCxnSpPr>
            <p:cNvPr id="44" name="直接连接符 43"/>
            <p:cNvCxnSpPr/>
            <p:nvPr/>
          </p:nvCxnSpPr>
          <p:spPr>
            <a:xfrm>
              <a:off x="1248" y="8103"/>
              <a:ext cx="1134" cy="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45" name="直接连接符 44"/>
            <p:cNvCxnSpPr/>
            <p:nvPr/>
          </p:nvCxnSpPr>
          <p:spPr>
            <a:xfrm>
              <a:off x="1248" y="7482"/>
              <a:ext cx="1134" cy="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46" name="文本框 45"/>
            <p:cNvSpPr txBox="1"/>
            <p:nvPr/>
          </p:nvSpPr>
          <p:spPr>
            <a:xfrm>
              <a:off x="2646" y="7230"/>
              <a:ext cx="1787" cy="434"/>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power line </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52" name="文本框 51"/>
            <p:cNvSpPr txBox="1"/>
            <p:nvPr/>
          </p:nvSpPr>
          <p:spPr>
            <a:xfrm>
              <a:off x="2646" y="7732"/>
              <a:ext cx="2342" cy="725"/>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communication (RS485/ETH)</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sp>
        <p:nvSpPr>
          <p:cNvPr id="61" name="文本框 60"/>
          <p:cNvSpPr txBox="1"/>
          <p:nvPr/>
        </p:nvSpPr>
        <p:spPr>
          <a:xfrm>
            <a:off x="1058545" y="828675"/>
            <a:ext cx="9705340" cy="772160"/>
          </a:xfrm>
          <a:prstGeom prst="rect">
            <a:avLst/>
          </a:prstGeom>
        </p:spPr>
        <p:txBody>
          <a:bodyPr>
            <a:noAutofit/>
          </a:bodyPr>
          <a:p>
            <a:pPr algn="l">
              <a:lnSpc>
                <a:spcPct val="100000"/>
              </a:lnSpc>
              <a:buClrTx/>
              <a:buSzTx/>
              <a:buNone/>
            </a:pPr>
            <a:r>
              <a:rPr lang="en-US" altLang="zh-CN" sz="1600" b="1" i="0">
                <a:solidFill>
                  <a:srgbClr val="595757"/>
                </a:solidFill>
              </a:rPr>
              <a:t>Mode 4 (off-grid):</a:t>
            </a:r>
            <a:endParaRPr lang="en-US" altLang="zh-CN" sz="1600" b="1" i="0">
              <a:solidFill>
                <a:srgbClr val="595757"/>
              </a:solidFill>
            </a:endParaRPr>
          </a:p>
          <a:p>
            <a:r>
              <a:rPr lang="en-US" altLang="zh-CN" sz="1600">
                <a:solidFill>
                  <a:srgbClr val="595757"/>
                </a:solidFill>
                <a:sym typeface="+mn-ea"/>
              </a:rPr>
              <a:t>When the PV power is very low and the battery energy is insufficient , the diesel generator needs to work. At this mode, the DG will operate in an efficient woking point to supply the power to the load and charge the battery.</a:t>
            </a:r>
            <a:endParaRPr lang="en-US" altLang="zh-CN" sz="1600" b="0" i="0">
              <a:solidFill>
                <a:srgbClr val="595757"/>
              </a:solidFill>
            </a:endParaRPr>
          </a:p>
        </p:txBody>
      </p:sp>
      <p:grpSp>
        <p:nvGrpSpPr>
          <p:cNvPr id="67" name="组合 66"/>
          <p:cNvGrpSpPr>
            <a:grpSpLocks noChangeAspect="1"/>
          </p:cNvGrpSpPr>
          <p:nvPr/>
        </p:nvGrpSpPr>
        <p:grpSpPr>
          <a:xfrm>
            <a:off x="9450070" y="1799590"/>
            <a:ext cx="789305" cy="789305"/>
            <a:chOff x="14620" y="4385"/>
            <a:chExt cx="780" cy="780"/>
          </a:xfrm>
        </p:grpSpPr>
        <p:sp>
          <p:nvSpPr>
            <p:cNvPr id="71" name="圆角矩形 70"/>
            <p:cNvSpPr/>
            <p:nvPr/>
          </p:nvSpPr>
          <p:spPr>
            <a:xfrm>
              <a:off x="14620" y="438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79" name="图片 78" descr="Grid"/>
            <p:cNvPicPr>
              <a:picLocks noChangeAspect="1"/>
            </p:cNvPicPr>
            <p:nvPr/>
          </p:nvPicPr>
          <p:blipFill>
            <a:blip r:embed="rId8"/>
            <a:stretch>
              <a:fillRect/>
            </a:stretch>
          </p:blipFill>
          <p:spPr>
            <a:xfrm>
              <a:off x="14765" y="4539"/>
              <a:ext cx="490" cy="473"/>
            </a:xfrm>
            <a:prstGeom prst="rect">
              <a:avLst/>
            </a:prstGeom>
          </p:spPr>
        </p:pic>
      </p:grpSp>
      <p:sp>
        <p:nvSpPr>
          <p:cNvPr id="27" name="文本框 26"/>
          <p:cNvSpPr txBox="1"/>
          <p:nvPr/>
        </p:nvSpPr>
        <p:spPr>
          <a:xfrm>
            <a:off x="10340340" y="2062480"/>
            <a:ext cx="587375" cy="275590"/>
          </a:xfrm>
          <a:prstGeom prst="rect">
            <a:avLst/>
          </a:prstGeom>
          <a:noFill/>
        </p:spPr>
        <p:txBody>
          <a:bodyPr wrap="square" rtlCol="0">
            <a:spAutoFit/>
          </a:bodyPr>
          <a:p>
            <a:pPr algn="l"/>
            <a:r>
              <a:rPr lang="en-US" altLang="zh-CN" sz="1200">
                <a:solidFill>
                  <a:schemeClr val="tx1"/>
                </a:solidFill>
                <a:latin typeface="微软雅黑" panose="020B0503020204020204" charset="-122"/>
                <a:ea typeface="微软雅黑" panose="020B0503020204020204" charset="-122"/>
                <a:cs typeface="Times New Roman" panose="02020603050405020304" charset="0"/>
              </a:rPr>
              <a:t>Grid</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pSp>
        <p:nvGrpSpPr>
          <p:cNvPr id="35" name="组合 34"/>
          <p:cNvGrpSpPr/>
          <p:nvPr/>
        </p:nvGrpSpPr>
        <p:grpSpPr>
          <a:xfrm>
            <a:off x="8689023" y="2010728"/>
            <a:ext cx="495300" cy="495300"/>
            <a:chOff x="12608" y="4385"/>
            <a:chExt cx="780" cy="780"/>
          </a:xfrm>
        </p:grpSpPr>
        <p:sp>
          <p:nvSpPr>
            <p:cNvPr id="70" name="圆角矩形 69"/>
            <p:cNvSpPr/>
            <p:nvPr/>
          </p:nvSpPr>
          <p:spPr>
            <a:xfrm>
              <a:off x="12608" y="4385"/>
              <a:ext cx="780" cy="780"/>
            </a:xfrm>
            <a:prstGeom prst="roundRect">
              <a:avLst>
                <a:gd name="adj" fmla="val 11905"/>
              </a:avLst>
            </a:prstGeom>
            <a:gradFill>
              <a:gsLst>
                <a:gs pos="0">
                  <a:srgbClr val="89C8F1"/>
                </a:gs>
                <a:gs pos="100000">
                  <a:schemeClr val="bg1">
                    <a:lumMod val="95000"/>
                    <a:alpha val="100000"/>
                  </a:schemeClr>
                </a:gs>
              </a:gsLst>
              <a:lin ang="2700000" scaled="0"/>
            </a:gradFill>
            <a:ln w="12700">
              <a:solidFill>
                <a:schemeClr val="bg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82" name="图片 81" descr="Import Meter"/>
            <p:cNvPicPr>
              <a:picLocks noChangeAspect="1"/>
            </p:cNvPicPr>
            <p:nvPr/>
          </p:nvPicPr>
          <p:blipFill>
            <a:blip r:embed="rId9"/>
            <a:stretch>
              <a:fillRect/>
            </a:stretch>
          </p:blipFill>
          <p:spPr>
            <a:xfrm>
              <a:off x="12713" y="4466"/>
              <a:ext cx="570" cy="618"/>
            </a:xfrm>
            <a:prstGeom prst="rect">
              <a:avLst/>
            </a:prstGeom>
          </p:spPr>
        </p:pic>
      </p:grpSp>
      <p:cxnSp>
        <p:nvCxnSpPr>
          <p:cNvPr id="38" name="直接连接符 37"/>
          <p:cNvCxnSpPr>
            <a:stCxn id="59" idx="0"/>
          </p:cNvCxnSpPr>
          <p:nvPr/>
        </p:nvCxnSpPr>
        <p:spPr>
          <a:xfrm>
            <a:off x="8179753" y="3119120"/>
            <a:ext cx="1327150" cy="381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pic>
        <p:nvPicPr>
          <p:cNvPr id="39" name="图片 38"/>
          <p:cNvPicPr>
            <a:picLocks noChangeAspect="1"/>
          </p:cNvPicPr>
          <p:nvPr/>
        </p:nvPicPr>
        <p:blipFill>
          <a:blip r:embed="rId7"/>
          <a:stretch>
            <a:fillRect/>
          </a:stretch>
        </p:blipFill>
        <p:spPr>
          <a:xfrm rot="5400000">
            <a:off x="7847330" y="1995805"/>
            <a:ext cx="188595" cy="476885"/>
          </a:xfrm>
          <a:prstGeom prst="rect">
            <a:avLst/>
          </a:prstGeom>
          <a:ln w="15875">
            <a:noFill/>
          </a:ln>
        </p:spPr>
      </p:pic>
      <p:cxnSp>
        <p:nvCxnSpPr>
          <p:cNvPr id="40" name="直接连接符 39"/>
          <p:cNvCxnSpPr/>
          <p:nvPr/>
        </p:nvCxnSpPr>
        <p:spPr>
          <a:xfrm>
            <a:off x="8179753" y="2235835"/>
            <a:ext cx="513715" cy="444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58" name="直接连接符 57"/>
          <p:cNvCxnSpPr/>
          <p:nvPr/>
        </p:nvCxnSpPr>
        <p:spPr>
          <a:xfrm>
            <a:off x="9176068" y="2246630"/>
            <a:ext cx="280670" cy="127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pic>
        <p:nvPicPr>
          <p:cNvPr id="59" name="图片 58"/>
          <p:cNvPicPr>
            <a:picLocks noChangeAspect="1"/>
          </p:cNvPicPr>
          <p:nvPr/>
        </p:nvPicPr>
        <p:blipFill>
          <a:blip r:embed="rId7"/>
          <a:stretch>
            <a:fillRect/>
          </a:stretch>
        </p:blipFill>
        <p:spPr>
          <a:xfrm rot="5400000">
            <a:off x="7847330" y="2880360"/>
            <a:ext cx="188595" cy="476885"/>
          </a:xfrm>
          <a:prstGeom prst="rect">
            <a:avLst/>
          </a:prstGeom>
          <a:ln w="15875">
            <a:noFill/>
          </a:ln>
        </p:spPr>
      </p:pic>
      <p:cxnSp>
        <p:nvCxnSpPr>
          <p:cNvPr id="60" name="直接连接符 59"/>
          <p:cNvCxnSpPr>
            <a:stCxn id="59" idx="2"/>
            <a:endCxn id="39" idx="2"/>
          </p:cNvCxnSpPr>
          <p:nvPr/>
        </p:nvCxnSpPr>
        <p:spPr>
          <a:xfrm flipV="1">
            <a:off x="7702868" y="2234565"/>
            <a:ext cx="0" cy="884555"/>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sp>
        <p:nvSpPr>
          <p:cNvPr id="62" name="文本框 61"/>
          <p:cNvSpPr txBox="1"/>
          <p:nvPr/>
        </p:nvSpPr>
        <p:spPr>
          <a:xfrm>
            <a:off x="6390640" y="2209800"/>
            <a:ext cx="685800"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STS</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cxnSp>
        <p:nvCxnSpPr>
          <p:cNvPr id="65" name="直接连接符 64"/>
          <p:cNvCxnSpPr/>
          <p:nvPr/>
        </p:nvCxnSpPr>
        <p:spPr>
          <a:xfrm>
            <a:off x="9148763" y="4029710"/>
            <a:ext cx="328295" cy="127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66" name="直接连接符 65"/>
          <p:cNvCxnSpPr/>
          <p:nvPr/>
        </p:nvCxnSpPr>
        <p:spPr>
          <a:xfrm>
            <a:off x="9155113" y="3496945"/>
            <a:ext cx="3175" cy="527050"/>
          </a:xfrm>
          <a:prstGeom prst="line">
            <a:avLst/>
          </a:prstGeom>
          <a:ln w="15875" cap="rnd">
            <a:solidFill>
              <a:schemeClr val="tx1">
                <a:lumMod val="85000"/>
                <a:lumOff val="15000"/>
              </a:schemeClr>
            </a:solidFill>
            <a:prstDash val="solid"/>
          </a:ln>
        </p:spPr>
        <p:style>
          <a:lnRef idx="2">
            <a:schemeClr val="accent1"/>
          </a:lnRef>
          <a:fillRef idx="0">
            <a:srgbClr val="FFFFFF"/>
          </a:fillRef>
          <a:effectRef idx="0">
            <a:srgbClr val="FFFFFF"/>
          </a:effectRef>
          <a:fontRef idx="minor">
            <a:schemeClr val="tx1"/>
          </a:fontRef>
        </p:style>
      </p:cxnSp>
      <p:cxnSp>
        <p:nvCxnSpPr>
          <p:cNvPr id="96" name="肘形连接符 95"/>
          <p:cNvCxnSpPr/>
          <p:nvPr/>
        </p:nvCxnSpPr>
        <p:spPr>
          <a:xfrm>
            <a:off x="2900680" y="3885565"/>
            <a:ext cx="3688715" cy="320040"/>
          </a:xfrm>
          <a:prstGeom prst="bentConnector3">
            <a:avLst>
              <a:gd name="adj1" fmla="val 29781"/>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grpSp>
        <p:nvGrpSpPr>
          <p:cNvPr id="49" name="组合 48"/>
          <p:cNvGrpSpPr/>
          <p:nvPr/>
        </p:nvGrpSpPr>
        <p:grpSpPr>
          <a:xfrm rot="18540000">
            <a:off x="7734300" y="2033270"/>
            <a:ext cx="359410" cy="364490"/>
            <a:chOff x="14546" y="7818"/>
            <a:chExt cx="566" cy="574"/>
          </a:xfrm>
        </p:grpSpPr>
        <p:cxnSp>
          <p:nvCxnSpPr>
            <p:cNvPr id="68" name="直接箭头连接符 67"/>
            <p:cNvCxnSpPr/>
            <p:nvPr/>
          </p:nvCxnSpPr>
          <p:spPr>
            <a:xfrm>
              <a:off x="14546" y="8101"/>
              <a:ext cx="567" cy="0"/>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flipH="1">
              <a:off x="14813" y="7818"/>
              <a:ext cx="9" cy="574"/>
            </a:xfrm>
            <a:prstGeom prst="straightConnector1">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20" name="直接箭头连接符 19"/>
          <p:cNvCxnSpPr/>
          <p:nvPr/>
        </p:nvCxnSpPr>
        <p:spPr>
          <a:xfrm flipH="1">
            <a:off x="6605270" y="2651760"/>
            <a:ext cx="311150" cy="190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p:nvPr/>
        </p:nvCxnSpPr>
        <p:spPr>
          <a:xfrm flipH="1">
            <a:off x="7766050" y="3122930"/>
            <a:ext cx="311150" cy="190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p:nvPr/>
        </p:nvCxnSpPr>
        <p:spPr>
          <a:xfrm flipH="1">
            <a:off x="5522595" y="3164840"/>
            <a:ext cx="311150" cy="190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p:nvPr/>
        </p:nvCxnSpPr>
        <p:spPr>
          <a:xfrm flipH="1">
            <a:off x="5541645" y="3444875"/>
            <a:ext cx="311150" cy="190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8936673" y="3251200"/>
            <a:ext cx="554990" cy="5080"/>
          </a:xfrm>
          <a:prstGeom prst="line">
            <a:avLst/>
          </a:prstGeom>
          <a:ln w="15875">
            <a:solidFill>
              <a:schemeClr val="accent6"/>
            </a:solidFill>
            <a:prstDash val="sysDash"/>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sp>
        <p:nvSpPr>
          <p:cNvPr id="2" name="文本占位符 2"/>
          <p:cNvSpPr>
            <a:spLocks noGrp="1"/>
          </p:cNvSpPr>
          <p:nvPr>
            <p:custDataLst>
              <p:tags r:id="rId1"/>
            </p:custDataLst>
          </p:nvPr>
        </p:nvSpPr>
        <p:spPr>
          <a:xfrm>
            <a:off x="953770" y="398145"/>
            <a:ext cx="8063865" cy="316865"/>
          </a:xfrm>
          <a:prstGeom prst="rect">
            <a:avLst/>
          </a:prstGeom>
        </p:spPr>
        <p:txBody>
          <a:bodyPr/>
          <a:lstStyle>
            <a:lvl1pPr marL="0" indent="0" algn="l" defTabSz="914400" rtl="0" eaLnBrk="1" latinLnBrk="0" hangingPunct="1">
              <a:lnSpc>
                <a:spcPct val="90000"/>
              </a:lnSpc>
              <a:spcBef>
                <a:spcPct val="20000"/>
              </a:spcBef>
              <a:spcAft>
                <a:spcPts val="0"/>
              </a:spcAft>
              <a:buFont typeface="Arial" panose="020B0604020202020204" pitchFamily="34" charset="0"/>
              <a:buNone/>
              <a:defRPr lang="zh-CN" altLang="en-US" sz="2000" b="1" u="none" strike="noStrike" kern="1200" cap="none" spc="0" normalizeH="0" baseline="0">
                <a:solidFill>
                  <a:srgbClr val="3A70D3"/>
                </a:solidFill>
                <a:uFillTx/>
                <a:latin typeface="微软雅黑" panose="020B0503020204020204" charset="-122"/>
                <a:ea typeface="微软雅黑" panose="020B0503020204020204" charset="-122"/>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1800" dirty="0">
                <a:sym typeface="+mn-ea"/>
              </a:rPr>
              <a:t>Storage Cabinet, ESS-261KLC-SA1</a:t>
            </a:r>
            <a:endParaRPr lang="en-US" altLang="zh-CN" sz="1800" dirty="0">
              <a:sym typeface="+mn-ea"/>
            </a:endParaRPr>
          </a:p>
        </p:txBody>
      </p:sp>
      <p:pic>
        <p:nvPicPr>
          <p:cNvPr id="3" name="图片 2"/>
          <p:cNvPicPr>
            <a:picLocks noChangeAspect="1"/>
          </p:cNvPicPr>
          <p:nvPr/>
        </p:nvPicPr>
        <p:blipFill>
          <a:blip r:embed="rId2"/>
          <a:stretch>
            <a:fillRect/>
          </a:stretch>
        </p:blipFill>
        <p:spPr>
          <a:xfrm>
            <a:off x="1327150" y="1409700"/>
            <a:ext cx="2428875" cy="4525645"/>
          </a:xfrm>
          <a:prstGeom prst="rect">
            <a:avLst/>
          </a:prstGeom>
        </p:spPr>
      </p:pic>
      <p:sp>
        <p:nvSpPr>
          <p:cNvPr id="5" name="文本框 4"/>
          <p:cNvSpPr txBox="1"/>
          <p:nvPr/>
        </p:nvSpPr>
        <p:spPr>
          <a:xfrm>
            <a:off x="5581650" y="1766570"/>
            <a:ext cx="5080000" cy="3811905"/>
          </a:xfrm>
          <a:prstGeom prst="rect">
            <a:avLst/>
          </a:prstGeom>
        </p:spPr>
        <p:txBody>
          <a:bodyPr>
            <a:noAutofit/>
          </a:bodyPr>
          <a:p>
            <a:pPr algn="l">
              <a:lnSpc>
                <a:spcPct val="100000"/>
              </a:lnSpc>
              <a:buClrTx/>
              <a:buSzTx/>
              <a:buNone/>
            </a:pPr>
            <a:r>
              <a:rPr lang="en-US" altLang="zh-CN" sz="1600" b="1" i="0">
                <a:solidFill>
                  <a:srgbClr val="595757"/>
                </a:solidFill>
              </a:rPr>
              <a:t>Efficient &amp; Flexible</a:t>
            </a:r>
            <a:endParaRPr lang="en-US" altLang="zh-CN" sz="1600" b="1" i="0">
              <a:solidFill>
                <a:srgbClr val="595757"/>
              </a:solidFill>
            </a:endParaRPr>
          </a:p>
          <a:p>
            <a:pPr marL="285750" indent="-285750" algn="l">
              <a:lnSpc>
                <a:spcPct val="100000"/>
              </a:lnSpc>
              <a:buClrTx/>
              <a:buSzTx/>
              <a:buFont typeface="Arial" panose="020B0604020202020204" pitchFamily="34" charset="0"/>
              <a:buChar char="•"/>
            </a:pPr>
            <a:r>
              <a:rPr lang="en-US" altLang="zh-CN" sz="1600" b="0" i="0">
                <a:solidFill>
                  <a:srgbClr val="595757"/>
                </a:solidFill>
              </a:rPr>
              <a:t>PCS supports both on-grid and off-grid applications</a:t>
            </a:r>
            <a:endParaRPr lang="en-US" altLang="zh-CN" sz="1600" b="0" i="0">
              <a:solidFill>
                <a:srgbClr val="595757"/>
              </a:solidFill>
            </a:endParaRPr>
          </a:p>
          <a:p>
            <a:pPr marL="285750" indent="-285750" algn="l">
              <a:lnSpc>
                <a:spcPct val="100000"/>
              </a:lnSpc>
              <a:buClrTx/>
              <a:buSzTx/>
              <a:buFont typeface="Arial" panose="020B0604020202020204" pitchFamily="34" charset="0"/>
              <a:buChar char="•"/>
            </a:pPr>
            <a:r>
              <a:rPr lang="en-US" altLang="zh-CN" sz="1600" b="0" i="0">
                <a:solidFill>
                  <a:srgbClr val="595757"/>
                </a:solidFill>
              </a:rPr>
              <a:t>Multiple cabinets can be connected in parallel to support large capacity application</a:t>
            </a:r>
            <a:endParaRPr lang="en-US" altLang="zh-CN" sz="1600" b="0" i="0">
              <a:solidFill>
                <a:srgbClr val="595757"/>
              </a:solidFill>
            </a:endParaRPr>
          </a:p>
          <a:p>
            <a:pPr marL="285750" indent="-285750" algn="l">
              <a:lnSpc>
                <a:spcPct val="100000"/>
              </a:lnSpc>
              <a:buClrTx/>
              <a:buSzTx/>
              <a:buFont typeface="Arial" panose="020B0604020202020204" pitchFamily="34" charset="0"/>
              <a:buChar char="•"/>
            </a:pPr>
            <a:endParaRPr lang="en-US" altLang="zh-CN" sz="1600" b="0" i="0">
              <a:solidFill>
                <a:srgbClr val="595757"/>
              </a:solidFill>
            </a:endParaRPr>
          </a:p>
          <a:p>
            <a:pPr algn="l">
              <a:lnSpc>
                <a:spcPct val="100000"/>
              </a:lnSpc>
              <a:buClrTx/>
              <a:buSzTx/>
              <a:buNone/>
            </a:pPr>
            <a:r>
              <a:rPr lang="en-US" altLang="zh-CN" sz="1600" b="1" i="0">
                <a:solidFill>
                  <a:srgbClr val="595757"/>
                </a:solidFill>
              </a:rPr>
              <a:t>Safety &amp; Friendly</a:t>
            </a:r>
            <a:endParaRPr lang="en-US" altLang="zh-CN" sz="1600" b="1" i="0">
              <a:solidFill>
                <a:srgbClr val="595757"/>
              </a:solidFill>
            </a:endParaRPr>
          </a:p>
          <a:p>
            <a:pPr marL="285750" indent="-285750" algn="l">
              <a:lnSpc>
                <a:spcPct val="100000"/>
              </a:lnSpc>
              <a:buClrTx/>
              <a:buSzTx/>
              <a:buFont typeface="Arial" panose="020B0604020202020204" pitchFamily="34" charset="0"/>
              <a:buChar char="•"/>
            </a:pPr>
            <a:r>
              <a:rPr lang="en-US" altLang="zh-CN" sz="1600" b="0" i="0">
                <a:solidFill>
                  <a:srgbClr val="595757"/>
                </a:solidFill>
              </a:rPr>
              <a:t>Battery uses liquid cooling and PTC heating, adaptable to various harsh environments</a:t>
            </a:r>
            <a:endParaRPr lang="en-US" altLang="zh-CN" sz="1600" b="0" i="0">
              <a:solidFill>
                <a:srgbClr val="595757"/>
              </a:solidFill>
            </a:endParaRPr>
          </a:p>
          <a:p>
            <a:pPr marL="285750" indent="-285750" algn="l">
              <a:lnSpc>
                <a:spcPct val="100000"/>
              </a:lnSpc>
              <a:buClrTx/>
              <a:buSzTx/>
              <a:buFont typeface="Arial" panose="020B0604020202020204" pitchFamily="34" charset="0"/>
              <a:buChar char="•"/>
            </a:pPr>
            <a:r>
              <a:rPr lang="en-US" altLang="zh-CN" sz="1600" b="0" i="0">
                <a:solidFill>
                  <a:srgbClr val="595757"/>
                </a:solidFill>
              </a:rPr>
              <a:t>Intrinsic &amp; Active &amp; Passive ultimate safety design</a:t>
            </a:r>
            <a:endParaRPr lang="en-US" altLang="zh-CN" sz="1600" b="0" i="0">
              <a:solidFill>
                <a:srgbClr val="595757"/>
              </a:solidFill>
            </a:endParaRPr>
          </a:p>
          <a:p>
            <a:pPr marL="285750" indent="-285750" algn="l">
              <a:lnSpc>
                <a:spcPct val="100000"/>
              </a:lnSpc>
              <a:buClrTx/>
              <a:buSzTx/>
              <a:buFont typeface="Arial" panose="020B0604020202020204" pitchFamily="34" charset="0"/>
              <a:buChar char="•"/>
            </a:pPr>
            <a:endParaRPr lang="en-US" altLang="zh-CN" sz="1600" b="0" i="0">
              <a:solidFill>
                <a:srgbClr val="595757"/>
              </a:solidFill>
            </a:endParaRPr>
          </a:p>
          <a:p>
            <a:pPr algn="l">
              <a:lnSpc>
                <a:spcPct val="100000"/>
              </a:lnSpc>
              <a:buClrTx/>
              <a:buSzTx/>
              <a:buNone/>
            </a:pPr>
            <a:r>
              <a:rPr lang="en-US" altLang="zh-CN" sz="1600" b="1" i="0">
                <a:solidFill>
                  <a:srgbClr val="595757"/>
                </a:solidFill>
              </a:rPr>
              <a:t>Smart management</a:t>
            </a:r>
            <a:endParaRPr lang="en-US" altLang="zh-CN" sz="1600" b="1" i="0">
              <a:solidFill>
                <a:srgbClr val="595757"/>
              </a:solidFill>
            </a:endParaRPr>
          </a:p>
          <a:p>
            <a:pPr marL="285750" indent="-285750" algn="l">
              <a:lnSpc>
                <a:spcPct val="100000"/>
              </a:lnSpc>
              <a:buClrTx/>
              <a:buSzTx/>
              <a:buFont typeface="Arial" panose="020B0604020202020204" pitchFamily="34" charset="0"/>
              <a:buChar char="•"/>
            </a:pPr>
            <a:r>
              <a:rPr lang="en-US" altLang="zh-CN" sz="1600" b="0" i="0">
                <a:solidFill>
                  <a:srgbClr val="595757"/>
                </a:solidFill>
              </a:rPr>
              <a:t>Built-in EMS, support diifferent operation modes</a:t>
            </a:r>
            <a:endParaRPr lang="en-US" altLang="zh-CN" sz="1600" b="0" i="0">
              <a:solidFill>
                <a:srgbClr val="595757"/>
              </a:solidFill>
            </a:endParaRPr>
          </a:p>
          <a:p>
            <a:pPr marL="285750" indent="-285750" algn="l">
              <a:lnSpc>
                <a:spcPct val="100000"/>
              </a:lnSpc>
              <a:buClrTx/>
              <a:buSzTx/>
              <a:buFont typeface="Arial" panose="020B0604020202020204" pitchFamily="34" charset="0"/>
              <a:buChar char="•"/>
            </a:pPr>
            <a:r>
              <a:rPr lang="en-US" altLang="zh-CN" sz="1600">
                <a:solidFill>
                  <a:srgbClr val="595757"/>
                </a:solidFill>
                <a:sym typeface="+mn-ea"/>
              </a:rPr>
              <a:t>Visualisation management, support App and Web multi-end online monitoring</a:t>
            </a:r>
            <a:endParaRPr lang="en-US" altLang="zh-CN" sz="1600">
              <a:solidFill>
                <a:srgbClr val="595757"/>
              </a:solidFill>
              <a:sym typeface="+mn-ea"/>
            </a:endParaRPr>
          </a:p>
          <a:p>
            <a:pPr>
              <a:lnSpc>
                <a:spcPct val="100000"/>
              </a:lnSpc>
            </a:pPr>
            <a:endParaRPr lang="en-US" altLang="zh-CN" sz="1600" b="0" i="0">
              <a:solidFill>
                <a:srgbClr val="595757"/>
              </a:solidFill>
            </a:endParaRPr>
          </a:p>
          <a:p>
            <a:pPr>
              <a:lnSpc>
                <a:spcPct val="100000"/>
              </a:lnSpc>
            </a:pPr>
            <a:endParaRPr lang="en-US" altLang="zh-CN" sz="1600" b="0" i="0">
              <a:solidFill>
                <a:srgbClr val="595757"/>
              </a:solidFill>
            </a:endParaRPr>
          </a:p>
          <a:p>
            <a:endParaRPr lang="en-US" altLang="zh-CN" sz="1600" b="0" i="0">
              <a:solidFill>
                <a:srgbClr val="595757"/>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sp>
        <p:nvSpPr>
          <p:cNvPr id="2" name="文本占位符 2"/>
          <p:cNvSpPr>
            <a:spLocks noGrp="1"/>
          </p:cNvSpPr>
          <p:nvPr>
            <p:custDataLst>
              <p:tags r:id="rId1"/>
            </p:custDataLst>
          </p:nvPr>
        </p:nvSpPr>
        <p:spPr>
          <a:xfrm>
            <a:off x="953770" y="398145"/>
            <a:ext cx="8063865" cy="316865"/>
          </a:xfrm>
          <a:prstGeom prst="rect">
            <a:avLst/>
          </a:prstGeom>
        </p:spPr>
        <p:txBody>
          <a:bodyPr/>
          <a:lstStyle>
            <a:lvl1pPr marL="0" indent="0" algn="l" defTabSz="914400" rtl="0" eaLnBrk="1" latinLnBrk="0" hangingPunct="1">
              <a:lnSpc>
                <a:spcPct val="90000"/>
              </a:lnSpc>
              <a:spcBef>
                <a:spcPct val="20000"/>
              </a:spcBef>
              <a:spcAft>
                <a:spcPts val="0"/>
              </a:spcAft>
              <a:buFont typeface="Arial" panose="020B0604020202020204" pitchFamily="34" charset="0"/>
              <a:buNone/>
              <a:defRPr lang="zh-CN" altLang="en-US" sz="2000" b="1" u="none" strike="noStrike" kern="1200" cap="none" spc="0" normalizeH="0" baseline="0">
                <a:solidFill>
                  <a:srgbClr val="3A70D3"/>
                </a:solidFill>
                <a:uFillTx/>
                <a:latin typeface="微软雅黑" panose="020B0503020204020204" charset="-122"/>
                <a:ea typeface="微软雅黑" panose="020B0503020204020204" charset="-122"/>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1800" dirty="0">
                <a:sym typeface="+mn-ea"/>
              </a:rPr>
              <a:t>Storage Cabinet, ESS-261KLC-SA1, datasheet</a:t>
            </a:r>
            <a:endParaRPr lang="en-US" altLang="zh-CN" sz="1800" dirty="0">
              <a:sym typeface="+mn-ea"/>
            </a:endParaRPr>
          </a:p>
        </p:txBody>
      </p:sp>
      <p:graphicFrame>
        <p:nvGraphicFramePr>
          <p:cNvPr id="4" name="表格 3"/>
          <p:cNvGraphicFramePr/>
          <p:nvPr/>
        </p:nvGraphicFramePr>
        <p:xfrm>
          <a:off x="5287645" y="912495"/>
          <a:ext cx="5969635" cy="5710555"/>
        </p:xfrm>
        <a:graphic>
          <a:graphicData uri="http://schemas.openxmlformats.org/drawingml/2006/table">
            <a:tbl>
              <a:tblPr/>
              <a:tblGrid>
                <a:gridCol w="1891665"/>
                <a:gridCol w="4077970"/>
              </a:tblGrid>
              <a:tr h="116840">
                <a:tc>
                  <a:txBody>
                    <a:bodyPr/>
                    <a:p>
                      <a:pPr algn="ctr" fontAlgn="ctr"/>
                      <a:r>
                        <a:rPr lang="en-US" altLang="zh-CN" sz="1000" b="1" i="0">
                          <a:solidFill>
                            <a:srgbClr val="000000"/>
                          </a:solidFill>
                          <a:latin typeface="微软雅黑" panose="020B0503020204020204" charset="-122"/>
                          <a:ea typeface="微软雅黑" panose="020B0503020204020204" charset="-122"/>
                        </a:rPr>
                        <a:t>Model</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B5C6EA"/>
                    </a:solidFill>
                  </a:tcPr>
                </a:tc>
                <a:tc>
                  <a:txBody>
                    <a:bodyPr/>
                    <a:p>
                      <a:pPr algn="ctr" fontAlgn="ctr"/>
                      <a:r>
                        <a:rPr lang="en-US" altLang="zh-CN" sz="1000" b="1" i="0">
                          <a:solidFill>
                            <a:srgbClr val="000000"/>
                          </a:solidFill>
                          <a:latin typeface="微软雅黑" panose="020B0503020204020204" charset="-122"/>
                          <a:ea typeface="微软雅黑" panose="020B0503020204020204" charset="-122"/>
                        </a:rPr>
                        <a:t>ESS-261KLC-SA1</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B5C6EA"/>
                    </a:solidFill>
                  </a:tcPr>
                </a:tc>
              </a:tr>
              <a:tr h="116840">
                <a:tc gridSpan="2">
                  <a:txBody>
                    <a:bodyPr/>
                    <a:p>
                      <a:pPr algn="l" fontAlgn="ctr"/>
                      <a:r>
                        <a:rPr lang="en-US" altLang="zh-CN" sz="1000" b="1" i="0">
                          <a:solidFill>
                            <a:srgbClr val="000000"/>
                          </a:solidFill>
                          <a:latin typeface="微软雅黑" panose="020B0503020204020204" charset="-122"/>
                          <a:ea typeface="微软雅黑" panose="020B0503020204020204" charset="-122"/>
                        </a:rPr>
                        <a:t>DC Side</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B5C6EA"/>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Battery Type</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LFP/314Ah</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Series and Parallel Mode</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1P260S</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Rated Energy</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261kWh</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Nominal Voltage  </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832V</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rgbClr val="000000"/>
                          </a:solidFill>
                          <a:latin typeface="微软雅黑" panose="020B0503020204020204" charset="-122"/>
                          <a:ea typeface="微软雅黑" panose="020B0503020204020204" charset="-122"/>
                        </a:rPr>
                        <a:t>DC Operating Voltage Range</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650V~949V</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Depth of Discharge (DOD)</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98%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gridSpan="2">
                  <a:txBody>
                    <a:bodyPr/>
                    <a:p>
                      <a:pPr algn="l" fontAlgn="ctr"/>
                      <a:r>
                        <a:rPr lang="en-US" altLang="zh-CN" sz="1000" b="1" i="0">
                          <a:solidFill>
                            <a:srgbClr val="000000"/>
                          </a:solidFill>
                          <a:latin typeface="微软雅黑" panose="020B0503020204020204" charset="-122"/>
                          <a:ea typeface="微软雅黑" panose="020B0503020204020204" charset="-122"/>
                        </a:rPr>
                        <a:t>AC Side</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B5C6EA"/>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Type</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3P4W</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AC Voltage</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400V AC</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Rated AC Power</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125kW</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Maximum AC Power</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138kW</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Rated Grid Frequency</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50Hz/60Hz</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Power Factor</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-1~1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Unbalanced Load</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0~100%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gridSpan="2">
                  <a:txBody>
                    <a:bodyPr/>
                    <a:p>
                      <a:pPr algn="l" fontAlgn="ctr"/>
                      <a:r>
                        <a:rPr lang="en-US" altLang="zh-CN" sz="1000" b="1" i="0">
                          <a:solidFill>
                            <a:srgbClr val="000000"/>
                          </a:solidFill>
                          <a:latin typeface="微软雅黑" panose="020B0503020204020204" charset="-122"/>
                          <a:ea typeface="微软雅黑" panose="020B0503020204020204" charset="-122"/>
                        </a:rPr>
                        <a:t>System Parameters</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a:noFill/>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B5C6EA"/>
                    </a:solidFill>
                  </a:tcPr>
                </a:tc>
                <a:tc hMerge="1">
                  <a:tcPr>
                    <a:lnR>
                      <a:noFill/>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0">
                <a:tc>
                  <a:txBody>
                    <a:bodyPr/>
                    <a:p>
                      <a:pPr algn="l" fontAlgn="ctr"/>
                      <a:r>
                        <a:rPr lang="en-US" altLang="zh-CN" sz="1000" b="0" i="0">
                          <a:solidFill>
                            <a:srgbClr val="000000"/>
                          </a:solidFill>
                          <a:latin typeface="微软雅黑" panose="020B0503020204020204" charset="-122"/>
                          <a:ea typeface="微软雅黑" panose="020B0503020204020204" charset="-122"/>
                        </a:rPr>
                        <a:t>Round Trip Efficiency (RTE)</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≥88%@0.5P, ≥90%@0.25P, </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Operating Ambient Temperature</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-30℃~50℃ (derating above 45℃)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Storage Ambient Temperature</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-30℃~60℃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Operating Relative Humidity</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0~100% (No Condensation)</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Operating Altitude</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≤4000m</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Ingress protection rating</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IP55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Anti-Corrosion</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C4-M (C5-M Optional)</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Cooling Type</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Liquid Cooling</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rgbClr val="000000"/>
                          </a:solidFill>
                          <a:latin typeface="微软雅黑" panose="020B0503020204020204" charset="-122"/>
                          <a:ea typeface="微软雅黑" panose="020B0503020204020204" charset="-122"/>
                        </a:rPr>
                        <a:t>Fire Detection</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Smoke, Temperature,CO</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38125">
                <a:tc>
                  <a:txBody>
                    <a:bodyPr/>
                    <a:p>
                      <a:pPr algn="l" fontAlgn="ctr"/>
                      <a:r>
                        <a:rPr lang="en-US" altLang="zh-CN" sz="1000" b="0" i="0">
                          <a:solidFill>
                            <a:srgbClr val="000000"/>
                          </a:solidFill>
                          <a:latin typeface="微软雅黑" panose="020B0503020204020204" charset="-122"/>
                          <a:ea typeface="微软雅黑" panose="020B0503020204020204" charset="-122"/>
                        </a:rPr>
                        <a:t>Fire Suppression</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Aerosol/Perfluorohexanone Spray (Optional)</a:t>
                      </a:r>
                      <a:br>
                        <a:rPr lang="en-US" altLang="zh-CN" sz="1000" b="0" i="0">
                          <a:solidFill>
                            <a:srgbClr val="000000"/>
                          </a:solidFill>
                          <a:latin typeface="微软雅黑" panose="020B0503020204020204" charset="-122"/>
                          <a:ea typeface="微软雅黑" panose="020B0503020204020204" charset="-122"/>
                        </a:rPr>
                      </a:br>
                      <a:r>
                        <a:rPr lang="en-US" altLang="zh-CN" sz="1000" b="0" i="0">
                          <a:solidFill>
                            <a:srgbClr val="000000"/>
                          </a:solidFill>
                          <a:latin typeface="微软雅黑" panose="020B0503020204020204" charset="-122"/>
                          <a:ea typeface="微软雅黑" panose="020B0503020204020204" charset="-122"/>
                        </a:rPr>
                        <a:t>Whole Cabinet Level: Water Spray</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8745">
                <a:tc>
                  <a:txBody>
                    <a:bodyPr/>
                    <a:p>
                      <a:pPr algn="l" fontAlgn="ctr"/>
                      <a:r>
                        <a:rPr lang="en-US" altLang="zh-CN" sz="1000" b="0" i="0">
                          <a:solidFill>
                            <a:srgbClr val="000000"/>
                          </a:solidFill>
                          <a:latin typeface="微软雅黑" panose="020B0503020204020204" charset="-122"/>
                          <a:ea typeface="微软雅黑" panose="020B0503020204020204" charset="-122"/>
                        </a:rPr>
                        <a:t>Explosion Protection</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Directional Smoke Extraction &amp; Explosion Venting Panel</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Installation</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Ground Mounting</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rgbClr val="000000"/>
                          </a:solidFill>
                          <a:latin typeface="微软雅黑" panose="020B0503020204020204" charset="-122"/>
                          <a:ea typeface="微软雅黑" panose="020B0503020204020204" charset="-122"/>
                        </a:rPr>
                        <a:t>Communication</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Modbus TCP</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Dimension(W*D*H)</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1000mm*1350mm*2500mm</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Weight</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&lt; 2400kg</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6840">
                <a:tc>
                  <a:txBody>
                    <a:bodyPr/>
                    <a:p>
                      <a:pPr algn="l" fontAlgn="ctr"/>
                      <a:r>
                        <a:rPr lang="en-US" altLang="zh-CN" sz="1000" b="0" i="0">
                          <a:solidFill>
                            <a:srgbClr val="000000"/>
                          </a:solidFill>
                          <a:latin typeface="微软雅黑" panose="020B0503020204020204" charset="-122"/>
                          <a:ea typeface="微软雅黑" panose="020B0503020204020204" charset="-122"/>
                        </a:rPr>
                        <a:t>Noise</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≤70dB(A)</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4630">
                <a:tc>
                  <a:txBody>
                    <a:bodyPr/>
                    <a:p>
                      <a:pPr algn="l" fontAlgn="ctr"/>
                      <a:r>
                        <a:rPr lang="en-US" altLang="zh-CN" sz="1000" b="0" i="0">
                          <a:solidFill>
                            <a:srgbClr val="000000"/>
                          </a:solidFill>
                          <a:latin typeface="微软雅黑" panose="020B0503020204020204" charset="-122"/>
                          <a:ea typeface="微软雅黑" panose="020B0503020204020204" charset="-122"/>
                        </a:rPr>
                        <a:t>Standard</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微软雅黑" panose="020B0503020204020204" charset="-122"/>
                          <a:ea typeface="微软雅黑" panose="020B0503020204020204" charset="-122"/>
                        </a:rPr>
                        <a:t>IEC62619,IEC62477-1, IEC/EN 61000-6-2/4, UN38.3, UN3480, EN50549-1,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pic>
        <p:nvPicPr>
          <p:cNvPr id="3" name="图片 2"/>
          <p:cNvPicPr>
            <a:picLocks noChangeAspect="1"/>
          </p:cNvPicPr>
          <p:nvPr/>
        </p:nvPicPr>
        <p:blipFill>
          <a:blip r:embed="rId2"/>
          <a:stretch>
            <a:fillRect/>
          </a:stretch>
        </p:blipFill>
        <p:spPr>
          <a:xfrm>
            <a:off x="1327150" y="1409700"/>
            <a:ext cx="2428875" cy="45256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sp>
        <p:nvSpPr>
          <p:cNvPr id="2" name="文本占位符 2"/>
          <p:cNvSpPr>
            <a:spLocks noGrp="1"/>
          </p:cNvSpPr>
          <p:nvPr>
            <p:custDataLst>
              <p:tags r:id="rId1"/>
            </p:custDataLst>
          </p:nvPr>
        </p:nvSpPr>
        <p:spPr>
          <a:xfrm>
            <a:off x="953770" y="398145"/>
            <a:ext cx="8063865" cy="316865"/>
          </a:xfrm>
          <a:prstGeom prst="rect">
            <a:avLst/>
          </a:prstGeom>
        </p:spPr>
        <p:txBody>
          <a:bodyPr/>
          <a:lstStyle>
            <a:lvl1pPr marL="0" indent="0" algn="l" defTabSz="914400" rtl="0" eaLnBrk="1" latinLnBrk="0" hangingPunct="1">
              <a:lnSpc>
                <a:spcPct val="90000"/>
              </a:lnSpc>
              <a:spcBef>
                <a:spcPct val="20000"/>
              </a:spcBef>
              <a:spcAft>
                <a:spcPts val="0"/>
              </a:spcAft>
              <a:buFont typeface="Arial" panose="020B0604020202020204" pitchFamily="34" charset="0"/>
              <a:buNone/>
              <a:defRPr lang="zh-CN" altLang="en-US" sz="2000" b="1" u="none" strike="noStrike" kern="1200" cap="none" spc="0" normalizeH="0" baseline="0">
                <a:solidFill>
                  <a:srgbClr val="3A70D3"/>
                </a:solidFill>
                <a:uFillTx/>
                <a:latin typeface="微软雅黑" panose="020B0503020204020204" charset="-122"/>
                <a:ea typeface="微软雅黑" panose="020B0503020204020204" charset="-122"/>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1800" dirty="0">
                <a:sym typeface="+mn-ea"/>
              </a:rPr>
              <a:t>Backup Cabinet, PAC-375K/625K/001M-W2</a:t>
            </a:r>
            <a:endParaRPr lang="en-US" altLang="zh-CN" sz="1800" dirty="0">
              <a:sym typeface="+mn-ea"/>
            </a:endParaRPr>
          </a:p>
        </p:txBody>
      </p:sp>
      <p:pic>
        <p:nvPicPr>
          <p:cNvPr id="3" name="图片 2"/>
          <p:cNvPicPr>
            <a:picLocks noChangeAspect="1"/>
          </p:cNvPicPr>
          <p:nvPr/>
        </p:nvPicPr>
        <p:blipFill>
          <a:blip r:embed="rId2"/>
          <a:srcRect t="11211" r="77694"/>
          <a:stretch>
            <a:fillRect/>
          </a:stretch>
        </p:blipFill>
        <p:spPr>
          <a:xfrm>
            <a:off x="1033780" y="1236345"/>
            <a:ext cx="1066165" cy="2192655"/>
          </a:xfrm>
          <a:prstGeom prst="rect">
            <a:avLst/>
          </a:prstGeom>
        </p:spPr>
      </p:pic>
      <p:sp>
        <p:nvSpPr>
          <p:cNvPr id="4" name="文本框 3"/>
          <p:cNvSpPr txBox="1"/>
          <p:nvPr/>
        </p:nvSpPr>
        <p:spPr>
          <a:xfrm>
            <a:off x="5680075" y="1705293"/>
            <a:ext cx="5080000" cy="3291840"/>
          </a:xfrm>
          <a:prstGeom prst="rect">
            <a:avLst/>
          </a:prstGeom>
        </p:spPr>
        <p:txBody>
          <a:bodyPr>
            <a:spAutoFit/>
          </a:bodyPr>
          <a:p>
            <a:r>
              <a:rPr lang="en-US" altLang="zh-CN" sz="1600" b="1" i="0">
                <a:solidFill>
                  <a:srgbClr val="595757"/>
                </a:solidFill>
              </a:rPr>
              <a:t>High yield</a:t>
            </a:r>
            <a:endParaRPr lang="en-US" altLang="zh-CN" sz="1600" b="1" i="0">
              <a:solidFill>
                <a:srgbClr val="595757"/>
              </a:solidFill>
            </a:endParaRPr>
          </a:p>
          <a:p>
            <a:pPr marL="285750" indent="-285750">
              <a:buFont typeface="Arial" panose="020B0604020202020204" pitchFamily="34" charset="0"/>
              <a:buChar char="•"/>
            </a:pPr>
            <a:r>
              <a:rPr lang="en-US" altLang="zh-CN" sz="1600" b="0" i="0">
                <a:solidFill>
                  <a:srgbClr val="595757"/>
                </a:solidFill>
              </a:rPr>
              <a:t>Multiple power integration All-inone</a:t>
            </a:r>
            <a:endParaRPr lang="en-US" altLang="zh-CN" sz="1600" b="0" i="0">
              <a:solidFill>
                <a:srgbClr val="595757"/>
              </a:solidFill>
            </a:endParaRPr>
          </a:p>
          <a:p>
            <a:pPr marL="285750" indent="-285750">
              <a:buFont typeface="Arial" panose="020B0604020202020204" pitchFamily="34" charset="0"/>
              <a:buChar char="•"/>
            </a:pPr>
            <a:r>
              <a:rPr lang="en-US" altLang="zh-CN" sz="1600" b="0" i="0">
                <a:solidFill>
                  <a:srgbClr val="595757"/>
                </a:solidFill>
              </a:rPr>
              <a:t>Built-in voltage and current detection, grid, generator load, BESS and PVl ports power observable</a:t>
            </a:r>
            <a:endParaRPr lang="en-US" altLang="zh-CN" sz="1600" b="0" i="0">
              <a:solidFill>
                <a:srgbClr val="595757"/>
              </a:solidFill>
            </a:endParaRPr>
          </a:p>
          <a:p>
            <a:pPr marL="285750" indent="-285750">
              <a:buFont typeface="Arial" panose="020B0604020202020204" pitchFamily="34" charset="0"/>
              <a:buChar char="•"/>
            </a:pPr>
            <a:endParaRPr lang="en-US" altLang="zh-CN" sz="1600" b="0" i="0">
              <a:solidFill>
                <a:srgbClr val="595757"/>
              </a:solidFill>
            </a:endParaRPr>
          </a:p>
          <a:p>
            <a:r>
              <a:rPr lang="en-US" altLang="zh-CN" sz="1600" b="1" i="0">
                <a:solidFill>
                  <a:srgbClr val="595757"/>
                </a:solidFill>
              </a:rPr>
              <a:t>Grid and load support</a:t>
            </a:r>
            <a:endParaRPr lang="en-US" altLang="zh-CN" sz="1600" b="1" i="0">
              <a:solidFill>
                <a:srgbClr val="595757"/>
              </a:solidFill>
            </a:endParaRPr>
          </a:p>
          <a:p>
            <a:pPr marL="285750" indent="-285750">
              <a:buFont typeface="Arial" panose="020B0604020202020204" pitchFamily="34" charset="0"/>
              <a:buChar char="•"/>
            </a:pPr>
            <a:r>
              <a:rPr lang="en-US" altLang="zh-CN" sz="1600" b="0" i="0">
                <a:solidFill>
                  <a:srgbClr val="595757"/>
                </a:solidFill>
              </a:rPr>
              <a:t>Seamless Off-grid switching, noninterrupt of load power</a:t>
            </a:r>
            <a:endParaRPr lang="en-US" altLang="zh-CN" sz="1600" b="0" i="0">
              <a:solidFill>
                <a:srgbClr val="595757"/>
              </a:solidFill>
            </a:endParaRPr>
          </a:p>
          <a:p>
            <a:pPr marL="285750" indent="-285750">
              <a:buFont typeface="Arial" panose="020B0604020202020204" pitchFamily="34" charset="0"/>
              <a:buChar char="•"/>
            </a:pPr>
            <a:r>
              <a:rPr lang="en-US" altLang="zh-CN" sz="1600" b="0" i="0">
                <a:solidFill>
                  <a:srgbClr val="595757"/>
                </a:solidFill>
              </a:rPr>
              <a:t>Automatic switching between grid power and generator</a:t>
            </a:r>
            <a:endParaRPr lang="en-US" altLang="zh-CN" sz="1600" b="0" i="0">
              <a:solidFill>
                <a:srgbClr val="595757"/>
              </a:solidFill>
            </a:endParaRPr>
          </a:p>
          <a:p>
            <a:pPr marL="285750" indent="-285750">
              <a:buFont typeface="Arial" panose="020B0604020202020204" pitchFamily="34" charset="0"/>
              <a:buChar char="•"/>
            </a:pPr>
            <a:endParaRPr lang="en-US" altLang="zh-CN" sz="1600" b="0" i="0">
              <a:solidFill>
                <a:srgbClr val="595757"/>
              </a:solidFill>
            </a:endParaRPr>
          </a:p>
          <a:p>
            <a:r>
              <a:rPr lang="en-US" altLang="zh-CN" sz="1600" b="1" i="0">
                <a:solidFill>
                  <a:srgbClr val="595757"/>
                </a:solidFill>
              </a:rPr>
              <a:t>Flexible and reliable</a:t>
            </a:r>
            <a:endParaRPr lang="en-US" altLang="zh-CN" sz="1600" b="1" i="0">
              <a:solidFill>
                <a:srgbClr val="595757"/>
              </a:solidFill>
            </a:endParaRPr>
          </a:p>
          <a:p>
            <a:pPr marL="285750" indent="-285750">
              <a:buFont typeface="Arial" panose="020B0604020202020204" pitchFamily="34" charset="0"/>
              <a:buChar char="•"/>
            </a:pPr>
            <a:r>
              <a:rPr lang="en-US" altLang="zh-CN" sz="1600" b="0" i="0">
                <a:solidFill>
                  <a:srgbClr val="595757"/>
                </a:solidFill>
              </a:rPr>
              <a:t>Outdoor design, bettter environmental suitability</a:t>
            </a:r>
            <a:endParaRPr lang="en-US" altLang="zh-CN" sz="1600" b="0" i="0">
              <a:solidFill>
                <a:srgbClr val="595757"/>
              </a:solidFill>
            </a:endParaRPr>
          </a:p>
          <a:p>
            <a:pPr marL="285750" indent="-285750">
              <a:buFont typeface="Arial" panose="020B0604020202020204" pitchFamily="34" charset="0"/>
              <a:buChar char="•"/>
            </a:pPr>
            <a:r>
              <a:rPr lang="en-US" altLang="zh-CN" sz="1600" b="0" i="0">
                <a:solidFill>
                  <a:srgbClr val="595757"/>
                </a:solidFill>
              </a:rPr>
              <a:t>Built-in bypass switch, better system reliabllity</a:t>
            </a:r>
            <a:endParaRPr lang="en-US" altLang="zh-CN" sz="1600" b="0" i="0">
              <a:solidFill>
                <a:srgbClr val="595757"/>
              </a:solidFill>
            </a:endParaRPr>
          </a:p>
        </p:txBody>
      </p:sp>
      <p:pic>
        <p:nvPicPr>
          <p:cNvPr id="5" name="图片 4"/>
          <p:cNvPicPr>
            <a:picLocks noChangeAspect="1"/>
          </p:cNvPicPr>
          <p:nvPr/>
        </p:nvPicPr>
        <p:blipFill>
          <a:blip r:embed="rId2"/>
          <a:srcRect l="22904" r="45411"/>
          <a:stretch>
            <a:fillRect/>
          </a:stretch>
        </p:blipFill>
        <p:spPr>
          <a:xfrm>
            <a:off x="2671445" y="959485"/>
            <a:ext cx="1514475" cy="2469515"/>
          </a:xfrm>
          <a:prstGeom prst="rect">
            <a:avLst/>
          </a:prstGeom>
        </p:spPr>
      </p:pic>
      <p:pic>
        <p:nvPicPr>
          <p:cNvPr id="6" name="图片 5"/>
          <p:cNvPicPr>
            <a:picLocks noChangeAspect="1"/>
          </p:cNvPicPr>
          <p:nvPr/>
        </p:nvPicPr>
        <p:blipFill>
          <a:blip r:embed="rId2"/>
          <a:srcRect l="55386" r="-223"/>
          <a:stretch>
            <a:fillRect/>
          </a:stretch>
        </p:blipFill>
        <p:spPr>
          <a:xfrm>
            <a:off x="1033780" y="3870960"/>
            <a:ext cx="2143125" cy="2469515"/>
          </a:xfrm>
          <a:prstGeom prst="rect">
            <a:avLst/>
          </a:prstGeom>
        </p:spPr>
      </p:pic>
      <p:sp>
        <p:nvSpPr>
          <p:cNvPr id="21" name="文本框 20"/>
          <p:cNvSpPr txBox="1"/>
          <p:nvPr/>
        </p:nvSpPr>
        <p:spPr>
          <a:xfrm>
            <a:off x="1005205" y="3429000"/>
            <a:ext cx="11347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PAC-375K</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8" name="文本框 7"/>
          <p:cNvSpPr txBox="1"/>
          <p:nvPr/>
        </p:nvSpPr>
        <p:spPr>
          <a:xfrm>
            <a:off x="2748280" y="3429000"/>
            <a:ext cx="11347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PAC-625K</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9" name="文本框 8"/>
          <p:cNvSpPr txBox="1"/>
          <p:nvPr/>
        </p:nvSpPr>
        <p:spPr>
          <a:xfrm>
            <a:off x="1536700" y="6340475"/>
            <a:ext cx="11347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PAC-001M</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sp>
        <p:nvSpPr>
          <p:cNvPr id="2" name="文本占位符 2"/>
          <p:cNvSpPr>
            <a:spLocks noGrp="1"/>
          </p:cNvSpPr>
          <p:nvPr>
            <p:custDataLst>
              <p:tags r:id="rId1"/>
            </p:custDataLst>
          </p:nvPr>
        </p:nvSpPr>
        <p:spPr>
          <a:xfrm>
            <a:off x="953770" y="398145"/>
            <a:ext cx="8063865" cy="316865"/>
          </a:xfrm>
          <a:prstGeom prst="rect">
            <a:avLst/>
          </a:prstGeom>
        </p:spPr>
        <p:txBody>
          <a:bodyPr/>
          <a:lstStyle>
            <a:lvl1pPr marL="0" indent="0" algn="l" defTabSz="914400" rtl="0" eaLnBrk="1" latinLnBrk="0" hangingPunct="1">
              <a:lnSpc>
                <a:spcPct val="90000"/>
              </a:lnSpc>
              <a:spcBef>
                <a:spcPct val="20000"/>
              </a:spcBef>
              <a:spcAft>
                <a:spcPts val="0"/>
              </a:spcAft>
              <a:buFont typeface="Arial" panose="020B0604020202020204" pitchFamily="34" charset="0"/>
              <a:buNone/>
              <a:defRPr lang="zh-CN" altLang="en-US" sz="2000" b="1" u="none" strike="noStrike" kern="1200" cap="none" spc="0" normalizeH="0" baseline="0">
                <a:solidFill>
                  <a:srgbClr val="3A70D3"/>
                </a:solidFill>
                <a:uFillTx/>
                <a:latin typeface="微软雅黑" panose="020B0503020204020204" charset="-122"/>
                <a:ea typeface="微软雅黑" panose="020B0503020204020204" charset="-122"/>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1800" dirty="0">
                <a:sym typeface="+mn-ea"/>
              </a:rPr>
              <a:t>Backup Cabinet, PAC-375K/625K/001M-W2, datasheet</a:t>
            </a:r>
            <a:endParaRPr lang="en-US" altLang="zh-CN" sz="1800" dirty="0">
              <a:sym typeface="+mn-ea"/>
            </a:endParaRPr>
          </a:p>
        </p:txBody>
      </p:sp>
      <p:pic>
        <p:nvPicPr>
          <p:cNvPr id="3" name="图片 2"/>
          <p:cNvPicPr>
            <a:picLocks noChangeAspect="1"/>
          </p:cNvPicPr>
          <p:nvPr/>
        </p:nvPicPr>
        <p:blipFill>
          <a:blip r:embed="rId2"/>
          <a:srcRect t="11211" r="77694"/>
          <a:stretch>
            <a:fillRect/>
          </a:stretch>
        </p:blipFill>
        <p:spPr>
          <a:xfrm>
            <a:off x="113030" y="1236345"/>
            <a:ext cx="1066165" cy="2192655"/>
          </a:xfrm>
          <a:prstGeom prst="rect">
            <a:avLst/>
          </a:prstGeom>
        </p:spPr>
      </p:pic>
      <p:pic>
        <p:nvPicPr>
          <p:cNvPr id="5" name="图片 4"/>
          <p:cNvPicPr>
            <a:picLocks noChangeAspect="1"/>
          </p:cNvPicPr>
          <p:nvPr/>
        </p:nvPicPr>
        <p:blipFill>
          <a:blip r:embed="rId2"/>
          <a:srcRect l="22904" r="45411"/>
          <a:stretch>
            <a:fillRect/>
          </a:stretch>
        </p:blipFill>
        <p:spPr>
          <a:xfrm>
            <a:off x="1750695" y="959485"/>
            <a:ext cx="1514475" cy="2469515"/>
          </a:xfrm>
          <a:prstGeom prst="rect">
            <a:avLst/>
          </a:prstGeom>
        </p:spPr>
      </p:pic>
      <p:pic>
        <p:nvPicPr>
          <p:cNvPr id="6" name="图片 5"/>
          <p:cNvPicPr>
            <a:picLocks noChangeAspect="1"/>
          </p:cNvPicPr>
          <p:nvPr/>
        </p:nvPicPr>
        <p:blipFill>
          <a:blip r:embed="rId2"/>
          <a:srcRect l="55386" r="-223"/>
          <a:stretch>
            <a:fillRect/>
          </a:stretch>
        </p:blipFill>
        <p:spPr>
          <a:xfrm>
            <a:off x="484505" y="3870960"/>
            <a:ext cx="2143125" cy="2469515"/>
          </a:xfrm>
          <a:prstGeom prst="rect">
            <a:avLst/>
          </a:prstGeom>
        </p:spPr>
      </p:pic>
      <p:sp>
        <p:nvSpPr>
          <p:cNvPr id="21" name="文本框 20"/>
          <p:cNvSpPr txBox="1"/>
          <p:nvPr/>
        </p:nvSpPr>
        <p:spPr>
          <a:xfrm>
            <a:off x="84455" y="3429000"/>
            <a:ext cx="11347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PAC-375K</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8" name="文本框 7"/>
          <p:cNvSpPr txBox="1"/>
          <p:nvPr/>
        </p:nvSpPr>
        <p:spPr>
          <a:xfrm>
            <a:off x="1875155" y="3429000"/>
            <a:ext cx="11347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PAC-625K</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sp>
        <p:nvSpPr>
          <p:cNvPr id="9" name="文本框 8"/>
          <p:cNvSpPr txBox="1"/>
          <p:nvPr/>
        </p:nvSpPr>
        <p:spPr>
          <a:xfrm>
            <a:off x="987425" y="6340475"/>
            <a:ext cx="1134745" cy="275590"/>
          </a:xfrm>
          <a:prstGeom prst="rect">
            <a:avLst/>
          </a:prstGeom>
          <a:noFill/>
        </p:spPr>
        <p:txBody>
          <a:bodyPr wrap="square" rtlCol="0">
            <a:spAutoFit/>
          </a:bodyPr>
          <a:p>
            <a:pPr algn="ctr"/>
            <a:r>
              <a:rPr lang="en-US" altLang="zh-CN" sz="1200">
                <a:solidFill>
                  <a:schemeClr val="tx1"/>
                </a:solidFill>
                <a:latin typeface="微软雅黑" panose="020B0503020204020204" charset="-122"/>
                <a:ea typeface="微软雅黑" panose="020B0503020204020204" charset="-122"/>
                <a:cs typeface="Times New Roman" panose="02020603050405020304" charset="0"/>
              </a:rPr>
              <a:t>PAC-001M</a:t>
            </a:r>
            <a:endParaRPr lang="en-US" altLang="zh-CN" sz="1200">
              <a:solidFill>
                <a:schemeClr val="tx1"/>
              </a:solidFill>
              <a:latin typeface="微软雅黑" panose="020B0503020204020204" charset="-122"/>
              <a:ea typeface="微软雅黑" panose="020B0503020204020204" charset="-122"/>
              <a:cs typeface="Times New Roman" panose="02020603050405020304" charset="0"/>
            </a:endParaRPr>
          </a:p>
        </p:txBody>
      </p:sp>
      <p:graphicFrame>
        <p:nvGraphicFramePr>
          <p:cNvPr id="4" name="表格 3"/>
          <p:cNvGraphicFramePr/>
          <p:nvPr/>
        </p:nvGraphicFramePr>
        <p:xfrm>
          <a:off x="3424555" y="873950"/>
          <a:ext cx="8676000" cy="10182225"/>
        </p:xfrm>
        <a:graphic>
          <a:graphicData uri="http://schemas.openxmlformats.org/drawingml/2006/table">
            <a:tbl>
              <a:tblPr/>
              <a:tblGrid>
                <a:gridCol w="1980000"/>
                <a:gridCol w="2232000"/>
                <a:gridCol w="2232000"/>
                <a:gridCol w="2232000"/>
              </a:tblGrid>
              <a:tr h="0">
                <a:tc>
                  <a:txBody>
                    <a:bodyPr/>
                    <a:p>
                      <a:pPr algn="l" fontAlgn="ctr">
                        <a:buClrTx/>
                        <a:buSzTx/>
                        <a:buFontTx/>
                      </a:pPr>
                      <a:r>
                        <a:rPr lang="en-US" altLang="zh-CN" sz="1000" b="1" i="0">
                          <a:solidFill>
                            <a:srgbClr val="000000"/>
                          </a:solidFill>
                          <a:latin typeface="微软雅黑" panose="020B0503020204020204" charset="-122"/>
                          <a:ea typeface="微软雅黑" panose="020B0503020204020204" charset="-122"/>
                        </a:rPr>
                        <a:t>Model</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ctr" fontAlgn="ctr">
                        <a:buClrTx/>
                        <a:buSzTx/>
                        <a:buFontTx/>
                      </a:pPr>
                      <a:r>
                        <a:rPr lang="en-US" altLang="zh-CN" sz="1000" b="1" i="0">
                          <a:solidFill>
                            <a:srgbClr val="000000"/>
                          </a:solidFill>
                          <a:latin typeface="微软雅黑" panose="020B0503020204020204" charset="-122"/>
                          <a:ea typeface="微软雅黑" panose="020B0503020204020204" charset="-122"/>
                        </a:rPr>
                        <a:t>PAC-375K-W2</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ctr" fontAlgn="ctr">
                        <a:buClrTx/>
                        <a:buSzTx/>
                        <a:buFontTx/>
                      </a:pPr>
                      <a:r>
                        <a:rPr lang="en-US" altLang="zh-CN" sz="1000" b="1" i="0">
                          <a:solidFill>
                            <a:srgbClr val="000000"/>
                          </a:solidFill>
                          <a:latin typeface="微软雅黑" panose="020B0503020204020204" charset="-122"/>
                          <a:ea typeface="微软雅黑" panose="020B0503020204020204" charset="-122"/>
                        </a:rPr>
                        <a:t>PAC-625K-W2</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ctr" fontAlgn="ctr">
                        <a:buClrTx/>
                        <a:buSzTx/>
                        <a:buFontTx/>
                      </a:pPr>
                      <a:r>
                        <a:rPr lang="en-US" altLang="zh-CN" sz="1000" b="1" i="0">
                          <a:solidFill>
                            <a:srgbClr val="000000"/>
                          </a:solidFill>
                          <a:latin typeface="微软雅黑" panose="020B0503020204020204" charset="-122"/>
                          <a:ea typeface="微软雅黑" panose="020B0503020204020204" charset="-122"/>
                        </a:rPr>
                        <a:t>PAC-1M0-W2</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r>
              <a:tr h="0">
                <a:tc>
                  <a:txBody>
                    <a:bodyPr/>
                    <a:p>
                      <a:pPr algn="l" fontAlgn="ctr"/>
                      <a:r>
                        <a:rPr lang="en-US" altLang="zh-CN" sz="1000" b="1" i="0">
                          <a:solidFill>
                            <a:schemeClr val="tx1"/>
                          </a:solidFill>
                          <a:latin typeface="微软雅黑" panose="020B0503020204020204" charset="-122"/>
                          <a:ea typeface="微软雅黑" panose="020B0503020204020204" charset="-122"/>
                        </a:rPr>
                        <a:t>Grid Side</a:t>
                      </a:r>
                      <a:endParaRPr lang="en-US" altLang="zh-CN"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Rated AC Input/Output Power</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375kVA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625kVA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1000kVA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Rated AC Input/Output Current</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543A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902A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1449A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Rated AC Input/Output Voltage</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3P+N</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3P+N</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3P+N</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Rated Frequency</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50/60Hz</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50/60Hz</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50/60Hz</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1" i="0">
                          <a:solidFill>
                            <a:schemeClr val="tx1"/>
                          </a:solidFill>
                          <a:latin typeface="微软雅黑" panose="020B0503020204020204" charset="-122"/>
                          <a:ea typeface="微软雅黑" panose="020B0503020204020204" charset="-122"/>
                        </a:rPr>
                        <a:t>Load Side</a:t>
                      </a:r>
                      <a:endParaRPr lang="en-US" altLang="zh-CN"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Rated AC Output Power</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375kVA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625kVA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1000kVA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Rated AC Output Current</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543A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902A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1449A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Rated AC Output Voltage</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3P+N</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3P+N</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3P+N</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1" i="0">
                          <a:solidFill>
                            <a:schemeClr val="tx1"/>
                          </a:solidFill>
                          <a:latin typeface="微软雅黑" panose="020B0503020204020204" charset="-122"/>
                          <a:ea typeface="微软雅黑" panose="020B0503020204020204" charset="-122"/>
                        </a:rPr>
                        <a:t>BESS Side</a:t>
                      </a:r>
                      <a:endParaRPr lang="en-US" altLang="zh-CN"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Max. BESS Ports</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3</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5</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8</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Rated AC Voltage</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3P+N</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3P+N</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3P+N</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Max. AC Power per Port</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138kW/kVA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138kW/kVA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138kW/kVA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Max. AC Current per Port</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198A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198A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198A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1" i="0">
                          <a:solidFill>
                            <a:schemeClr val="tx1"/>
                          </a:solidFill>
                          <a:latin typeface="微软雅黑" panose="020B0503020204020204" charset="-122"/>
                          <a:ea typeface="微软雅黑" panose="020B0503020204020204" charset="-122"/>
                        </a:rPr>
                        <a:t>PVI Side</a:t>
                      </a:r>
                      <a:endParaRPr lang="en-US" altLang="zh-CN"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Max. PVI Ports</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3</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5</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8</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Rated AC Voltage</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Max. AC Power per Port</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138kW/kVA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138kW/kVA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138kW/kVA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Max. AC Current per Port</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198A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198A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198A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1" i="0">
                          <a:solidFill>
                            <a:schemeClr val="tx1"/>
                          </a:solidFill>
                          <a:latin typeface="微软雅黑" panose="020B0503020204020204" charset="-122"/>
                          <a:ea typeface="微软雅黑" panose="020B0503020204020204" charset="-122"/>
                        </a:rPr>
                        <a:t>GEN Side</a:t>
                      </a:r>
                      <a:endParaRPr lang="en-US" altLang="zh-CN"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Rated AC Input Power</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375kVA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625kVA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1000kVA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Rated AC Input Current</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543A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902A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1449A</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Rated AC Input Voltage</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3P+N</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3P+N</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 400V, 3P+N</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1" i="0">
                          <a:solidFill>
                            <a:schemeClr val="tx1"/>
                          </a:solidFill>
                          <a:latin typeface="微软雅黑" panose="020B0503020204020204" charset="-122"/>
                          <a:ea typeface="微软雅黑" panose="020B0503020204020204" charset="-122"/>
                        </a:rPr>
                        <a:t>System Characteristics</a:t>
                      </a:r>
                      <a:endParaRPr lang="en-US" altLang="zh-CN"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r>
              <a:tr h="0">
                <a:tc>
                  <a:txBody>
                    <a:bodyPr/>
                    <a:p>
                      <a:pPr algn="l" fontAlgn="ctr"/>
                      <a:r>
                        <a:rPr lang="en-US" altLang="zh-CN" sz="1000" b="0" i="0">
                          <a:solidFill>
                            <a:schemeClr val="tx1"/>
                          </a:solidFill>
                          <a:highlight>
                            <a:srgbClr val="FFFF00"/>
                          </a:highlight>
                          <a:latin typeface="微软雅黑" panose="020B0503020204020204" charset="-122"/>
                          <a:ea typeface="微软雅黑" panose="020B0503020204020204" charset="-122"/>
                        </a:rPr>
                        <a:t>Off-grid switching time</a:t>
                      </a:r>
                      <a:endParaRPr lang="en-US" altLang="zh-CN" sz="1000" b="0" i="0">
                        <a:solidFill>
                          <a:schemeClr val="tx1"/>
                        </a:solidFill>
                        <a:highlight>
                          <a:srgbClr val="FFFF00"/>
                        </a:highlight>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highlight>
                            <a:srgbClr val="FFFF00"/>
                          </a:highlight>
                          <a:latin typeface="微软雅黑" panose="020B0503020204020204" charset="-122"/>
                          <a:ea typeface="微软雅黑" panose="020B0503020204020204" charset="-122"/>
                        </a:rPr>
                        <a:t>&lt;15 ms</a:t>
                      </a:r>
                      <a:endParaRPr lang="en-US" altLang="zh-CN" sz="1000" b="0" i="0">
                        <a:solidFill>
                          <a:schemeClr val="tx1"/>
                        </a:solidFill>
                        <a:highlight>
                          <a:srgbClr val="FFFF00"/>
                        </a:highlight>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highlight>
                            <a:srgbClr val="FFFF00"/>
                          </a:highlight>
                          <a:latin typeface="微软雅黑" panose="020B0503020204020204" charset="-122"/>
                          <a:ea typeface="微软雅黑" panose="020B0503020204020204" charset="-122"/>
                        </a:rPr>
                        <a:t>&lt;15 ms</a:t>
                      </a:r>
                      <a:endParaRPr lang="en-US" altLang="zh-CN" sz="1000" b="0" i="0">
                        <a:solidFill>
                          <a:schemeClr val="tx1"/>
                        </a:solidFill>
                        <a:highlight>
                          <a:srgbClr val="FFFF00"/>
                        </a:highlight>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highlight>
                            <a:srgbClr val="FFFF00"/>
                          </a:highlight>
                          <a:latin typeface="微软雅黑" panose="020B0503020204020204" charset="-122"/>
                          <a:ea typeface="微软雅黑" panose="020B0503020204020204" charset="-122"/>
                        </a:rPr>
                        <a:t>&lt;15 ms</a:t>
                      </a:r>
                      <a:endParaRPr lang="en-US" altLang="zh-CN" sz="1000" b="0" i="0">
                        <a:solidFill>
                          <a:schemeClr val="tx1"/>
                        </a:solidFill>
                        <a:highlight>
                          <a:srgbClr val="FFFF00"/>
                        </a:highlight>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Operating Temperature</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-35℃~60℃</a:t>
                      </a:r>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a:t>
                      </a: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50℃ derating</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-35℃~60℃</a:t>
                      </a:r>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a:t>
                      </a: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50℃ derating</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-35℃~60℃</a:t>
                      </a:r>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a:t>
                      </a: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50℃ derating</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Max. Working Altitude</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2000m</a:t>
                      </a:r>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a:t>
                      </a: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2000m optional</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2000m</a:t>
                      </a:r>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a:t>
                      </a: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2000m optional</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2000m</a:t>
                      </a:r>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a:t>
                      </a: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2000m optional</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Cooling Method</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Smart controlled air cooling</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Smart controlled air cooling</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Smart controlled air cooling</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Communication Ports</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CAN,RS485,Ethernet,Dry contactors</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CAN,RS485,Ethernet,Dry contactors</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CAN,RS485,Ethernet,Dry contactors</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Ingress Protection</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IP55</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IP55</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IP55</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Product Standard</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IEC/EN 61439-1/-2 </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IEC/EN 61439-1/-2 </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IEC/EN 61439-1/-2 </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1" i="0">
                          <a:solidFill>
                            <a:schemeClr val="tx1"/>
                          </a:solidFill>
                          <a:latin typeface="微软雅黑" panose="020B0503020204020204" charset="-122"/>
                          <a:ea typeface="微软雅黑" panose="020B0503020204020204" charset="-122"/>
                        </a:rPr>
                        <a:t>Mechanical Parameters</a:t>
                      </a:r>
                      <a:endParaRPr lang="en-US" altLang="zh-CN"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c>
                  <a:txBody>
                    <a:bodyPr/>
                    <a:p>
                      <a:pPr algn="l" fontAlgn="ctr"/>
                      <a:endParaRPr sz="1000" b="1"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20000"/>
                        <a:lumOff val="80000"/>
                      </a:schemeClr>
                    </a:solid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Dimensions (W*H*D)</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700*1800*800 mm</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1200*2100*1000 mm</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1600*2100*1000 mm</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Weight</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400kg</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650kg</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800kg</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algn="l" fontAlgn="ctr"/>
                      <a:r>
                        <a:rPr lang="en-US" altLang="zh-CN" sz="1000" b="0" i="0">
                          <a:solidFill>
                            <a:schemeClr val="tx1"/>
                          </a:solidFill>
                          <a:latin typeface="微软雅黑" panose="020B0503020204020204" charset="-122"/>
                          <a:ea typeface="微软雅黑" panose="020B0503020204020204" charset="-122"/>
                        </a:rPr>
                        <a:t>Installation </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Floor mount</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a:noFill/>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Floor mount</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a:noFill/>
                    </a:lnB>
                    <a:noFill/>
                  </a:tcPr>
                </a:tc>
                <a:tc>
                  <a:txBody>
                    <a:bodyPr/>
                    <a:p>
                      <a:pPr algn="ctr" fontAlgn="ctr"/>
                      <a:r>
                        <a:rPr lang="en-US" altLang="zh-CN" sz="1000" b="0" i="0">
                          <a:solidFill>
                            <a:schemeClr val="tx1"/>
                          </a:solidFill>
                          <a:latin typeface="微软雅黑" panose="020B0503020204020204" charset="-122"/>
                          <a:ea typeface="微软雅黑" panose="020B0503020204020204" charset="-122"/>
                        </a:rPr>
                        <a:t>Floor mount</a:t>
                      </a:r>
                      <a:endParaRPr lang="en-US" altLang="zh-CN" sz="1000" b="0" i="0">
                        <a:solidFill>
                          <a:schemeClr val="tx1"/>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45" name=""/>
        <p:cNvGrpSpPr/>
        <p:nvPr/>
      </p:nvGrpSpPr>
      <p:grpSpPr>
        <a:xfrm>
          <a:off x="0" y="0"/>
          <a:ext cx="0" cy="0"/>
          <a:chOff x="0" y="0"/>
          <a:chExt cx="0" cy="0"/>
        </a:xfrm>
      </p:grpSpPr>
      <p:sp>
        <p:nvSpPr>
          <p:cNvPr id="1049033" name="标题 1"/>
          <p:cNvSpPr>
            <a:spLocks noGrp="1"/>
          </p:cNvSpPr>
          <p:nvPr>
            <p:ph type="title"/>
          </p:nvPr>
        </p:nvSpPr>
        <p:spPr>
          <a:xfrm>
            <a:off x="610474" y="274638"/>
            <a:ext cx="10971372" cy="1143000"/>
          </a:xfrm>
        </p:spPr>
        <p:txBody>
          <a:bodyPr/>
          <a:p>
            <a:endParaRPr lang="zh-CN" altLang="en-US"/>
          </a:p>
        </p:txBody>
      </p:sp>
      <p:sp>
        <p:nvSpPr>
          <p:cNvPr id="1049034" name="内容占位符 2"/>
          <p:cNvSpPr>
            <a:spLocks noGrp="1"/>
          </p:cNvSpPr>
          <p:nvPr>
            <p:ph idx="1"/>
          </p:nvPr>
        </p:nvSpPr>
        <p:spPr>
          <a:xfrm>
            <a:off x="610474" y="1600201"/>
            <a:ext cx="10971372" cy="4525963"/>
          </a:xfrm>
        </p:spPr>
        <p:txBody>
          <a:bodyPr/>
          <a:p>
            <a:endParaRPr lang="zh-CN" altLang="en-US"/>
          </a:p>
        </p:txBody>
      </p:sp>
      <p:pic>
        <p:nvPicPr>
          <p:cNvPr id="2097302" name="Picture 8" descr="C:\Users\斌\Desktop\临时\封底_画板 1.jpg"/>
          <p:cNvPicPr>
            <a:picLocks noChangeAspect="1" noChangeArrowheads="1"/>
          </p:cNvPicPr>
          <p:nvPr/>
        </p:nvPicPr>
        <p:blipFill>
          <a:blip r:embed="rId1"/>
          <a:srcRect/>
          <a:stretch>
            <a:fillRect/>
          </a:stretch>
        </p:blipFill>
        <p:spPr bwMode="auto">
          <a:xfrm>
            <a:off x="953" y="0"/>
            <a:ext cx="12193245" cy="6858000"/>
          </a:xfrm>
          <a:prstGeom prst="rect">
            <a:avLst/>
          </a:prstGeom>
          <a:noFill/>
        </p:spPr>
      </p:pic>
      <p:sp>
        <p:nvSpPr>
          <p:cNvPr id="1049035" name="TextBox 7"/>
          <p:cNvSpPr txBox="1"/>
          <p:nvPr/>
        </p:nvSpPr>
        <p:spPr>
          <a:xfrm>
            <a:off x="1013769" y="5247796"/>
            <a:ext cx="1292860" cy="860425"/>
          </a:xfrm>
          <a:prstGeom prst="rect">
            <a:avLst/>
          </a:prstGeom>
          <a:noFill/>
        </p:spPr>
        <p:txBody>
          <a:bodyPr wrap="none" rtlCol="0">
            <a:spAutoFit/>
          </a:bodyPr>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Website</a:t>
            </a:r>
            <a:endPar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www.sofarsolar.com</a:t>
            </a:r>
            <a:endPar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Email</a:t>
            </a:r>
            <a:endPar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info@sofarsolar.com</a:t>
            </a:r>
            <a:endParaRPr lang="zh-CN" altLang="en-US"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p:txBody>
      </p:sp>
      <p:sp>
        <p:nvSpPr>
          <p:cNvPr id="1049036" name="TextBox 8"/>
          <p:cNvSpPr txBox="1"/>
          <p:nvPr/>
        </p:nvSpPr>
        <p:spPr>
          <a:xfrm>
            <a:off x="2743087" y="5249336"/>
            <a:ext cx="2636520" cy="860425"/>
          </a:xfrm>
          <a:prstGeom prst="rect">
            <a:avLst/>
          </a:prstGeom>
          <a:noFill/>
        </p:spPr>
        <p:txBody>
          <a:bodyPr wrap="none" rtlCol="0">
            <a:spAutoFit/>
          </a:bodyPr>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Address</a:t>
            </a:r>
            <a:endPar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11th Floor, </a:t>
            </a:r>
            <a:r>
              <a:rPr lang="en-US" altLang="zh-CN" sz="1000" spc="-40" dirty="0" err="1"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Gaoxinqi</a:t>
            </a: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 Technology Building, </a:t>
            </a:r>
            <a:endPar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District 67, </a:t>
            </a:r>
            <a:r>
              <a:rPr lang="en-US" altLang="zh-CN" sz="1000" spc="-40" dirty="0" err="1"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Xingdong</a:t>
            </a: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 Community, </a:t>
            </a:r>
            <a:r>
              <a:rPr lang="en-US" altLang="zh-CN" sz="1000" spc="-40" dirty="0" err="1"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Xin'an</a:t>
            </a: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 </a:t>
            </a:r>
            <a:endPar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a:p>
            <a:pPr>
              <a:lnSpc>
                <a:spcPts val="1500"/>
              </a:lnSpc>
            </a:pP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Street, </a:t>
            </a:r>
            <a:r>
              <a:rPr lang="en-US" altLang="zh-CN" sz="1000" spc="-40" dirty="0" err="1"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Bao'an</a:t>
            </a:r>
            <a:r>
              <a:rPr lang="en-US" altLang="zh-CN"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rPr>
              <a:t> District, Shenzhen, China</a:t>
            </a:r>
            <a:endParaRPr lang="zh-CN" altLang="en-US" sz="1000" spc="-40" dirty="0" smtClean="0">
              <a:solidFill>
                <a:schemeClr val="bg1"/>
              </a:solidFill>
              <a:latin typeface="Poppins Medium" panose="02010600030101010101" pitchFamily="2" charset="-122"/>
              <a:ea typeface="方正兰亭粗黑简体" panose="02010600030101010101" pitchFamily="2" charset="-122"/>
              <a:cs typeface="Poppins Medium" panose="02010600030101010101" pitchFamily="2" charset="-122"/>
            </a:endParaRPr>
          </a:p>
        </p:txBody>
      </p:sp>
      <p:pic>
        <p:nvPicPr>
          <p:cNvPr id="2097303" name="Picture 3" descr="C:\Users\斌\Desktop\临时\1_画板 1.png"/>
          <p:cNvPicPr>
            <a:picLocks noChangeAspect="1" noChangeArrowheads="1"/>
          </p:cNvPicPr>
          <p:nvPr/>
        </p:nvPicPr>
        <p:blipFill>
          <a:blip r:embed="rId2"/>
          <a:srcRect/>
          <a:stretch>
            <a:fillRect/>
          </a:stretch>
        </p:blipFill>
        <p:spPr bwMode="auto">
          <a:xfrm>
            <a:off x="10637734" y="5341668"/>
            <a:ext cx="709946" cy="669600"/>
          </a:xfrm>
          <a:prstGeom prst="rect">
            <a:avLst/>
          </a:prstGeom>
          <a:noFill/>
        </p:spPr>
      </p:pic>
      <p:pic>
        <p:nvPicPr>
          <p:cNvPr id="2097304" name="Picture 4" descr="C:\Users\斌\Desktop\临时\小图标 01.png"/>
          <p:cNvPicPr>
            <a:picLocks noChangeAspect="1" noChangeArrowheads="1"/>
          </p:cNvPicPr>
          <p:nvPr/>
        </p:nvPicPr>
        <p:blipFill>
          <a:blip r:embed="rId3"/>
          <a:srcRect/>
          <a:stretch>
            <a:fillRect/>
          </a:stretch>
        </p:blipFill>
        <p:spPr bwMode="auto">
          <a:xfrm>
            <a:off x="844720" y="5303886"/>
            <a:ext cx="164495" cy="164613"/>
          </a:xfrm>
          <a:prstGeom prst="rect">
            <a:avLst/>
          </a:prstGeom>
          <a:noFill/>
        </p:spPr>
      </p:pic>
      <p:pic>
        <p:nvPicPr>
          <p:cNvPr id="2097305" name="Picture 5" descr="C:\Users\斌\Desktop\临时\小图标 02.png"/>
          <p:cNvPicPr>
            <a:picLocks noChangeAspect="1" noChangeArrowheads="1"/>
          </p:cNvPicPr>
          <p:nvPr/>
        </p:nvPicPr>
        <p:blipFill>
          <a:blip r:embed="rId4"/>
          <a:srcRect/>
          <a:stretch>
            <a:fillRect/>
          </a:stretch>
        </p:blipFill>
        <p:spPr bwMode="auto">
          <a:xfrm>
            <a:off x="844720" y="5709258"/>
            <a:ext cx="164495" cy="127940"/>
          </a:xfrm>
          <a:prstGeom prst="rect">
            <a:avLst/>
          </a:prstGeom>
          <a:noFill/>
        </p:spPr>
      </p:pic>
      <p:pic>
        <p:nvPicPr>
          <p:cNvPr id="2097306" name="Picture 6" descr="C:\Users\斌\Desktop\临时\小图标 03.png"/>
          <p:cNvPicPr>
            <a:picLocks noChangeAspect="1" noChangeArrowheads="1"/>
          </p:cNvPicPr>
          <p:nvPr/>
        </p:nvPicPr>
        <p:blipFill>
          <a:blip r:embed="rId5"/>
          <a:srcRect/>
          <a:stretch>
            <a:fillRect/>
          </a:stretch>
        </p:blipFill>
        <p:spPr bwMode="auto">
          <a:xfrm>
            <a:off x="2588777" y="5300489"/>
            <a:ext cx="149146" cy="171407"/>
          </a:xfrm>
          <a:prstGeom prst="rect">
            <a:avLst/>
          </a:prstGeom>
          <a:noFill/>
        </p:spPr>
      </p:pic>
      <p:pic>
        <p:nvPicPr>
          <p:cNvPr id="2097307" name="图片 3" descr="ENERGY TO POWER YOUR LIFE"/>
          <p:cNvPicPr>
            <a:picLocks noChangeAspect="1"/>
          </p:cNvPicPr>
          <p:nvPr userDrawn="1">
            <p:custDataLst>
              <p:tags r:id="rId6"/>
            </p:custDataLst>
          </p:nvPr>
        </p:nvPicPr>
        <p:blipFill>
          <a:blip r:embed="rId7"/>
          <a:stretch>
            <a:fillRect/>
          </a:stretch>
        </p:blipFill>
        <p:spPr>
          <a:xfrm>
            <a:off x="844868" y="1772920"/>
            <a:ext cx="7125970" cy="1602740"/>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commondata" val="eyJoZGlkIjoiNjM2NmIzOWVlOGNjYTBhN2MxMDRhYzkzYzI1ZTZjMjkifQ=="/>
  <p:tag name="resource_record_key" val="{&quot;10&quot;:[21580955,50040903,50001483,50040762,21545806,21551499,21551317,21581293,50015051,50026257,50026270,21579629,4532506,3634479,50047410,50008236],&quot;70&quot;:[3314426,3333646]}"/>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lang="zh-CN" altLang="en-US"/>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FF0000"/>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5285</Words>
  <Application>WPS 演示</Application>
  <PresentationFormat>宽屏</PresentationFormat>
  <Paragraphs>599</Paragraphs>
  <Slides>11</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11</vt:i4>
      </vt:variant>
    </vt:vector>
  </HeadingPairs>
  <TitlesOfParts>
    <vt:vector size="25" baseType="lpstr">
      <vt:lpstr>Arial</vt:lpstr>
      <vt:lpstr>宋体</vt:lpstr>
      <vt:lpstr>Wingdings</vt:lpstr>
      <vt:lpstr>微软雅黑</vt:lpstr>
      <vt:lpstr>Poppins Medium</vt:lpstr>
      <vt:lpstr>方正兰亭粗黑简体</vt:lpstr>
      <vt:lpstr>思源黑体 CN Regular</vt:lpstr>
      <vt:lpstr>黑体</vt:lpstr>
      <vt:lpstr>Montserrat Medium</vt:lpstr>
      <vt:lpstr>Times New Roman</vt:lpstr>
      <vt:lpstr>Arial Unicode MS</vt:lpstr>
      <vt:lpstr>Calibri</vt:lpstr>
      <vt:lpstr>WPS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Peng Liu</cp:lastModifiedBy>
  <cp:revision>223</cp:revision>
  <dcterms:created xsi:type="dcterms:W3CDTF">2023-08-09T12:44:00Z</dcterms:created>
  <dcterms:modified xsi:type="dcterms:W3CDTF">2026-01-25T19:27:39Z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DE4050B82A2048F1863B400ECE884416_13</vt:lpwstr>
  </property>
  <property fmtid="{D5CDD505-2E9C-101B-9397-08002B2CF9AE}" pid="3" name="KSOProductBuildVer">
    <vt:lpwstr>2052-12.1.0.24657</vt:lpwstr>
  </property>
</Properties>
</file>